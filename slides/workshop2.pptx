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30"/>
  </p:notesMasterIdLst>
  <p:sldIdLst>
    <p:sldId id="256" r:id="rId5"/>
    <p:sldId id="301" r:id="rId6"/>
    <p:sldId id="258" r:id="rId7"/>
    <p:sldId id="261" r:id="rId8"/>
    <p:sldId id="306" r:id="rId9"/>
    <p:sldId id="305" r:id="rId10"/>
    <p:sldId id="307" r:id="rId11"/>
    <p:sldId id="308" r:id="rId12"/>
    <p:sldId id="309" r:id="rId13"/>
    <p:sldId id="303" r:id="rId14"/>
    <p:sldId id="310" r:id="rId15"/>
    <p:sldId id="311" r:id="rId16"/>
    <p:sldId id="312" r:id="rId17"/>
    <p:sldId id="313" r:id="rId18"/>
    <p:sldId id="314" r:id="rId19"/>
    <p:sldId id="315" r:id="rId20"/>
    <p:sldId id="319" r:id="rId21"/>
    <p:sldId id="321" r:id="rId22"/>
    <p:sldId id="322" r:id="rId23"/>
    <p:sldId id="323" r:id="rId24"/>
    <p:sldId id="320" r:id="rId25"/>
    <p:sldId id="324" r:id="rId26"/>
    <p:sldId id="317" r:id="rId27"/>
    <p:sldId id="325" r:id="rId28"/>
    <p:sldId id="281" r:id="rId29"/>
  </p:sldIdLst>
  <p:sldSz cx="9144000" cy="5143500" type="screen16x9"/>
  <p:notesSz cx="6858000" cy="9144000"/>
  <p:embeddedFontLst>
    <p:embeddedFont>
      <p:font typeface="Anaheim" panose="020B0604020202020204" charset="0"/>
      <p:regular r:id="rId31"/>
      <p:bold r:id="rId32"/>
    </p:embeddedFont>
    <p:embeddedFont>
      <p:font typeface="Nunito Light" pitchFamily="2" charset="0"/>
      <p:regular r:id="rId33"/>
      <p:italic r:id="rId34"/>
    </p:embeddedFont>
    <p:embeddedFont>
      <p:font typeface="Overpass Mono" panose="020B0604020202020204" charset="0"/>
      <p:regular r:id="rId35"/>
      <p:bold r:id="rId36"/>
    </p:embeddedFont>
    <p:embeddedFont>
      <p:font typeface="Raleway SemiBold" pitchFamily="2" charset="0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4A490-4C35-4FBC-82A4-748C927DDD20}" v="135" dt="2026-02-06T19:24:10.312"/>
  </p1510:revLst>
</p1510:revInfo>
</file>

<file path=ppt/tableStyles.xml><?xml version="1.0" encoding="utf-8"?>
<a:tblStyleLst xmlns:a="http://schemas.openxmlformats.org/drawingml/2006/main" def="{F54F7A74-9A77-42D7-B592-B72458F304DA}">
  <a:tblStyle styleId="{F54F7A74-9A77-42D7-B592-B72458F30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4952BE-D362-41E0-9E16-85D1512846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ot Singh" userId="83e15f0a-3691-4b13-a248-ec4d83812968" providerId="ADAL" clId="{2CE4707E-236F-4159-A21A-B5D68036E123}"/>
    <pc:docChg chg="undo redo custSel addSld delSld modSld sldOrd delMainMaster">
      <pc:chgData name="Gurjot Singh" userId="83e15f0a-3691-4b13-a248-ec4d83812968" providerId="ADAL" clId="{2CE4707E-236F-4159-A21A-B5D68036E123}" dt="2026-02-06T19:24:10.312" v="598"/>
      <pc:docMkLst>
        <pc:docMk/>
      </pc:docMkLst>
      <pc:sldChg chg="modSp mod modNotes">
        <pc:chgData name="Gurjot Singh" userId="83e15f0a-3691-4b13-a248-ec4d83812968" providerId="ADAL" clId="{2CE4707E-236F-4159-A21A-B5D68036E123}" dt="2026-02-06T19:24:10.312" v="598"/>
        <pc:sldMkLst>
          <pc:docMk/>
          <pc:sldMk cId="0" sldId="256"/>
        </pc:sldMkLst>
        <pc:spChg chg="mod">
          <ac:chgData name="Gurjot Singh" userId="83e15f0a-3691-4b13-a248-ec4d83812968" providerId="ADAL" clId="{2CE4707E-236F-4159-A21A-B5D68036E123}" dt="2026-02-06T15:00:51.948" v="53" actId="14100"/>
          <ac:spMkLst>
            <pc:docMk/>
            <pc:sldMk cId="0" sldId="256"/>
            <ac:spMk id="33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06T19:24:10.312" v="598"/>
          <ac:spMkLst>
            <pc:docMk/>
            <pc:sldMk cId="0" sldId="256"/>
            <ac:spMk id="335" creationId="{00000000-0000-0000-0000-000000000000}"/>
          </ac:spMkLst>
        </pc:spChg>
      </pc:sldChg>
      <pc:sldChg chg="del ord modNotes">
        <pc:chgData name="Gurjot Singh" userId="83e15f0a-3691-4b13-a248-ec4d83812968" providerId="ADAL" clId="{2CE4707E-236F-4159-A21A-B5D68036E123}" dt="2026-02-06T19:22:35.143" v="557" actId="47"/>
        <pc:sldMkLst>
          <pc:docMk/>
          <pc:sldMk cId="0" sldId="257"/>
        </pc:sldMkLst>
      </pc:sldChg>
      <pc:sldChg chg="modSp mod">
        <pc:chgData name="Gurjot Singh" userId="83e15f0a-3691-4b13-a248-ec4d83812968" providerId="ADAL" clId="{2CE4707E-236F-4159-A21A-B5D68036E123}" dt="2026-02-06T17:11:19.243" v="142" actId="20577"/>
        <pc:sldMkLst>
          <pc:docMk/>
          <pc:sldMk cId="0" sldId="258"/>
        </pc:sldMkLst>
        <pc:spChg chg="mod">
          <ac:chgData name="Gurjot Singh" userId="83e15f0a-3691-4b13-a248-ec4d83812968" providerId="ADAL" clId="{2CE4707E-236F-4159-A21A-B5D68036E123}" dt="2026-02-06T17:10:47.472" v="133" actId="20577"/>
          <ac:spMkLst>
            <pc:docMk/>
            <pc:sldMk cId="0" sldId="258"/>
            <ac:spMk id="347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06T17:11:19.243" v="142" actId="20577"/>
          <ac:spMkLst>
            <pc:docMk/>
            <pc:sldMk cId="0" sldId="258"/>
            <ac:spMk id="349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06T17:10:26.226" v="100" actId="20577"/>
          <ac:spMkLst>
            <pc:docMk/>
            <pc:sldMk cId="0" sldId="258"/>
            <ac:spMk id="35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06T17:09:22.287" v="88" actId="14100"/>
          <ac:spMkLst>
            <pc:docMk/>
            <pc:sldMk cId="0" sldId="258"/>
            <ac:spMk id="35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06T17:10:36.611" v="125" actId="20577"/>
          <ac:spMkLst>
            <pc:docMk/>
            <pc:sldMk cId="0" sldId="258"/>
            <ac:spMk id="355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06T19:23:38.554" v="597" actId="47"/>
        <pc:sldMkLst>
          <pc:docMk/>
          <pc:sldMk cId="0" sldId="259"/>
        </pc:sldMkLst>
      </pc:sldChg>
      <pc:sldChg chg="del">
        <pc:chgData name="Gurjot Singh" userId="83e15f0a-3691-4b13-a248-ec4d83812968" providerId="ADAL" clId="{2CE4707E-236F-4159-A21A-B5D68036E123}" dt="2026-02-06T19:23:36.956" v="596" actId="47"/>
        <pc:sldMkLst>
          <pc:docMk/>
          <pc:sldMk cId="0" sldId="260"/>
        </pc:sldMkLst>
      </pc:sldChg>
      <pc:sldChg chg="modSp mod ord modNotes">
        <pc:chgData name="Gurjot Singh" userId="83e15f0a-3691-4b13-a248-ec4d83812968" providerId="ADAL" clId="{2CE4707E-236F-4159-A21A-B5D68036E123}" dt="2026-02-06T17:11:37.482" v="149" actId="20577"/>
        <pc:sldMkLst>
          <pc:docMk/>
          <pc:sldMk cId="0" sldId="261"/>
        </pc:sldMkLst>
        <pc:spChg chg="mod">
          <ac:chgData name="Gurjot Singh" userId="83e15f0a-3691-4b13-a248-ec4d83812968" providerId="ADAL" clId="{2CE4707E-236F-4159-A21A-B5D68036E123}" dt="2026-02-06T17:11:37.482" v="149" actId="20577"/>
          <ac:spMkLst>
            <pc:docMk/>
            <pc:sldMk cId="0" sldId="261"/>
            <ac:spMk id="374" creationId="{00000000-0000-0000-0000-000000000000}"/>
          </ac:spMkLst>
        </pc:spChg>
      </pc:sldChg>
      <pc:sldChg chg="del">
        <pc:chgData name="Gurjot Singh" userId="83e15f0a-3691-4b13-a248-ec4d83812968" providerId="ADAL" clId="{2CE4707E-236F-4159-A21A-B5D68036E123}" dt="2026-02-06T19:23:35.941" v="595" actId="47"/>
        <pc:sldMkLst>
          <pc:docMk/>
          <pc:sldMk cId="0" sldId="262"/>
        </pc:sldMkLst>
      </pc:sldChg>
      <pc:sldChg chg="del">
        <pc:chgData name="Gurjot Singh" userId="83e15f0a-3691-4b13-a248-ec4d83812968" providerId="ADAL" clId="{2CE4707E-236F-4159-A21A-B5D68036E123}" dt="2026-02-06T19:23:35.008" v="594" actId="47"/>
        <pc:sldMkLst>
          <pc:docMk/>
          <pc:sldMk cId="0" sldId="263"/>
        </pc:sldMkLst>
      </pc:sldChg>
      <pc:sldChg chg="del">
        <pc:chgData name="Gurjot Singh" userId="83e15f0a-3691-4b13-a248-ec4d83812968" providerId="ADAL" clId="{2CE4707E-236F-4159-A21A-B5D68036E123}" dt="2026-02-06T19:23:34.042" v="593" actId="47"/>
        <pc:sldMkLst>
          <pc:docMk/>
          <pc:sldMk cId="0" sldId="264"/>
        </pc:sldMkLst>
      </pc:sldChg>
      <pc:sldChg chg="del">
        <pc:chgData name="Gurjot Singh" userId="83e15f0a-3691-4b13-a248-ec4d83812968" providerId="ADAL" clId="{2CE4707E-236F-4159-A21A-B5D68036E123}" dt="2026-02-06T19:23:33.273" v="592" actId="47"/>
        <pc:sldMkLst>
          <pc:docMk/>
          <pc:sldMk cId="0" sldId="265"/>
        </pc:sldMkLst>
      </pc:sldChg>
      <pc:sldChg chg="del">
        <pc:chgData name="Gurjot Singh" userId="83e15f0a-3691-4b13-a248-ec4d83812968" providerId="ADAL" clId="{2CE4707E-236F-4159-A21A-B5D68036E123}" dt="2026-02-06T19:23:31.879" v="591" actId="47"/>
        <pc:sldMkLst>
          <pc:docMk/>
          <pc:sldMk cId="0" sldId="266"/>
        </pc:sldMkLst>
      </pc:sldChg>
      <pc:sldChg chg="del">
        <pc:chgData name="Gurjot Singh" userId="83e15f0a-3691-4b13-a248-ec4d83812968" providerId="ADAL" clId="{2CE4707E-236F-4159-A21A-B5D68036E123}" dt="2026-02-06T19:23:31.137" v="590" actId="47"/>
        <pc:sldMkLst>
          <pc:docMk/>
          <pc:sldMk cId="0" sldId="267"/>
        </pc:sldMkLst>
      </pc:sldChg>
      <pc:sldChg chg="del">
        <pc:chgData name="Gurjot Singh" userId="83e15f0a-3691-4b13-a248-ec4d83812968" providerId="ADAL" clId="{2CE4707E-236F-4159-A21A-B5D68036E123}" dt="2026-02-06T19:23:30.346" v="589" actId="47"/>
        <pc:sldMkLst>
          <pc:docMk/>
          <pc:sldMk cId="0" sldId="268"/>
        </pc:sldMkLst>
      </pc:sldChg>
      <pc:sldChg chg="del">
        <pc:chgData name="Gurjot Singh" userId="83e15f0a-3691-4b13-a248-ec4d83812968" providerId="ADAL" clId="{2CE4707E-236F-4159-A21A-B5D68036E123}" dt="2026-02-06T19:23:28.820" v="588" actId="47"/>
        <pc:sldMkLst>
          <pc:docMk/>
          <pc:sldMk cId="0" sldId="269"/>
        </pc:sldMkLst>
      </pc:sldChg>
      <pc:sldChg chg="del">
        <pc:chgData name="Gurjot Singh" userId="83e15f0a-3691-4b13-a248-ec4d83812968" providerId="ADAL" clId="{2CE4707E-236F-4159-A21A-B5D68036E123}" dt="2026-02-06T19:23:27.798" v="587" actId="47"/>
        <pc:sldMkLst>
          <pc:docMk/>
          <pc:sldMk cId="0" sldId="270"/>
        </pc:sldMkLst>
      </pc:sldChg>
      <pc:sldChg chg="del">
        <pc:chgData name="Gurjot Singh" userId="83e15f0a-3691-4b13-a248-ec4d83812968" providerId="ADAL" clId="{2CE4707E-236F-4159-A21A-B5D68036E123}" dt="2026-02-06T19:23:26.808" v="586" actId="47"/>
        <pc:sldMkLst>
          <pc:docMk/>
          <pc:sldMk cId="0" sldId="271"/>
        </pc:sldMkLst>
      </pc:sldChg>
      <pc:sldChg chg="del">
        <pc:chgData name="Gurjot Singh" userId="83e15f0a-3691-4b13-a248-ec4d83812968" providerId="ADAL" clId="{2CE4707E-236F-4159-A21A-B5D68036E123}" dt="2026-02-06T19:23:25.225" v="585" actId="47"/>
        <pc:sldMkLst>
          <pc:docMk/>
          <pc:sldMk cId="0" sldId="272"/>
        </pc:sldMkLst>
      </pc:sldChg>
      <pc:sldChg chg="del">
        <pc:chgData name="Gurjot Singh" userId="83e15f0a-3691-4b13-a248-ec4d83812968" providerId="ADAL" clId="{2CE4707E-236F-4159-A21A-B5D68036E123}" dt="2026-02-06T19:23:22.557" v="584" actId="47"/>
        <pc:sldMkLst>
          <pc:docMk/>
          <pc:sldMk cId="0" sldId="273"/>
        </pc:sldMkLst>
      </pc:sldChg>
      <pc:sldChg chg="del">
        <pc:chgData name="Gurjot Singh" userId="83e15f0a-3691-4b13-a248-ec4d83812968" providerId="ADAL" clId="{2CE4707E-236F-4159-A21A-B5D68036E123}" dt="2026-02-06T19:23:21.597" v="583" actId="47"/>
        <pc:sldMkLst>
          <pc:docMk/>
          <pc:sldMk cId="0" sldId="274"/>
        </pc:sldMkLst>
      </pc:sldChg>
      <pc:sldChg chg="del">
        <pc:chgData name="Gurjot Singh" userId="83e15f0a-3691-4b13-a248-ec4d83812968" providerId="ADAL" clId="{2CE4707E-236F-4159-A21A-B5D68036E123}" dt="2026-02-06T19:23:20.458" v="582" actId="47"/>
        <pc:sldMkLst>
          <pc:docMk/>
          <pc:sldMk cId="0" sldId="275"/>
        </pc:sldMkLst>
      </pc:sldChg>
      <pc:sldChg chg="del">
        <pc:chgData name="Gurjot Singh" userId="83e15f0a-3691-4b13-a248-ec4d83812968" providerId="ADAL" clId="{2CE4707E-236F-4159-A21A-B5D68036E123}" dt="2026-02-06T19:23:18.335" v="581" actId="47"/>
        <pc:sldMkLst>
          <pc:docMk/>
          <pc:sldMk cId="0" sldId="276"/>
        </pc:sldMkLst>
      </pc:sldChg>
      <pc:sldChg chg="del">
        <pc:chgData name="Gurjot Singh" userId="83e15f0a-3691-4b13-a248-ec4d83812968" providerId="ADAL" clId="{2CE4707E-236F-4159-A21A-B5D68036E123}" dt="2026-02-06T19:23:17.135" v="580" actId="47"/>
        <pc:sldMkLst>
          <pc:docMk/>
          <pc:sldMk cId="0" sldId="277"/>
        </pc:sldMkLst>
      </pc:sldChg>
      <pc:sldChg chg="del">
        <pc:chgData name="Gurjot Singh" userId="83e15f0a-3691-4b13-a248-ec4d83812968" providerId="ADAL" clId="{2CE4707E-236F-4159-A21A-B5D68036E123}" dt="2026-02-06T19:23:15.653" v="579" actId="47"/>
        <pc:sldMkLst>
          <pc:docMk/>
          <pc:sldMk cId="0" sldId="278"/>
        </pc:sldMkLst>
      </pc:sldChg>
      <pc:sldChg chg="del">
        <pc:chgData name="Gurjot Singh" userId="83e15f0a-3691-4b13-a248-ec4d83812968" providerId="ADAL" clId="{2CE4707E-236F-4159-A21A-B5D68036E123}" dt="2026-02-06T19:23:14.009" v="578" actId="47"/>
        <pc:sldMkLst>
          <pc:docMk/>
          <pc:sldMk cId="0" sldId="279"/>
        </pc:sldMkLst>
      </pc:sldChg>
      <pc:sldChg chg="del">
        <pc:chgData name="Gurjot Singh" userId="83e15f0a-3691-4b13-a248-ec4d83812968" providerId="ADAL" clId="{2CE4707E-236F-4159-A21A-B5D68036E123}" dt="2026-02-06T19:23:11.504" v="577" actId="47"/>
        <pc:sldMkLst>
          <pc:docMk/>
          <pc:sldMk cId="0" sldId="280"/>
        </pc:sldMkLst>
      </pc:sldChg>
      <pc:sldChg chg="addSp delSp modSp mod ord modNotes">
        <pc:chgData name="Gurjot Singh" userId="83e15f0a-3691-4b13-a248-ec4d83812968" providerId="ADAL" clId="{2CE4707E-236F-4159-A21A-B5D68036E123}" dt="2026-02-06T19:22:28.695" v="556" actId="1076"/>
        <pc:sldMkLst>
          <pc:docMk/>
          <pc:sldMk cId="0" sldId="281"/>
        </pc:sldMkLst>
        <pc:spChg chg="add del mod">
          <ac:chgData name="Gurjot Singh" userId="83e15f0a-3691-4b13-a248-ec4d83812968" providerId="ADAL" clId="{2CE4707E-236F-4159-A21A-B5D68036E123}" dt="2026-02-06T19:20:35.799" v="536" actId="478"/>
          <ac:spMkLst>
            <pc:docMk/>
            <pc:sldMk cId="0" sldId="281"/>
            <ac:spMk id="3" creationId="{B0583981-EA77-C8D7-809F-8B1FE5E7F6FD}"/>
          </ac:spMkLst>
        </pc:spChg>
        <pc:spChg chg="add del mod">
          <ac:chgData name="Gurjot Singh" userId="83e15f0a-3691-4b13-a248-ec4d83812968" providerId="ADAL" clId="{2CE4707E-236F-4159-A21A-B5D68036E123}" dt="2026-02-06T19:22:01.417" v="552" actId="478"/>
          <ac:spMkLst>
            <pc:docMk/>
            <pc:sldMk cId="0" sldId="281"/>
            <ac:spMk id="4" creationId="{BBB8830E-245E-DC50-CBA4-935856D1D57B}"/>
          </ac:spMkLst>
        </pc:spChg>
        <pc:spChg chg="add mod">
          <ac:chgData name="Gurjot Singh" userId="83e15f0a-3691-4b13-a248-ec4d83812968" providerId="ADAL" clId="{2CE4707E-236F-4159-A21A-B5D68036E123}" dt="2026-02-06T19:22:21.492" v="555" actId="2085"/>
          <ac:spMkLst>
            <pc:docMk/>
            <pc:sldMk cId="0" sldId="281"/>
            <ac:spMk id="5" creationId="{FAE51DE1-AAFD-2510-9589-042148B6E1D6}"/>
          </ac:spMkLst>
        </pc:spChg>
        <pc:spChg chg="mod">
          <ac:chgData name="Gurjot Singh" userId="83e15f0a-3691-4b13-a248-ec4d83812968" providerId="ADAL" clId="{2CE4707E-236F-4159-A21A-B5D68036E123}" dt="2026-02-06T19:22:28.695" v="556" actId="1076"/>
          <ac:spMkLst>
            <pc:docMk/>
            <pc:sldMk cId="0" sldId="281"/>
            <ac:spMk id="898" creationId="{00000000-0000-0000-0000-000000000000}"/>
          </ac:spMkLst>
        </pc:spChg>
        <pc:spChg chg="del">
          <ac:chgData name="Gurjot Singh" userId="83e15f0a-3691-4b13-a248-ec4d83812968" providerId="ADAL" clId="{2CE4707E-236F-4159-A21A-B5D68036E123}" dt="2026-02-06T19:20:32.574" v="534" actId="478"/>
          <ac:spMkLst>
            <pc:docMk/>
            <pc:sldMk cId="0" sldId="281"/>
            <ac:spMk id="899" creationId="{00000000-0000-0000-0000-000000000000}"/>
          </ac:spMkLst>
        </pc:spChg>
        <pc:spChg chg="del">
          <ac:chgData name="Gurjot Singh" userId="83e15f0a-3691-4b13-a248-ec4d83812968" providerId="ADAL" clId="{2CE4707E-236F-4159-A21A-B5D68036E123}" dt="2026-02-06T19:20:24.351" v="533" actId="478"/>
          <ac:spMkLst>
            <pc:docMk/>
            <pc:sldMk cId="0" sldId="281"/>
            <ac:spMk id="914" creationId="{00000000-0000-0000-0000-000000000000}"/>
          </ac:spMkLst>
        </pc:spChg>
        <pc:grpChg chg="del mod">
          <ac:chgData name="Gurjot Singh" userId="83e15f0a-3691-4b13-a248-ec4d83812968" providerId="ADAL" clId="{2CE4707E-236F-4159-A21A-B5D68036E123}" dt="2026-02-06T19:20:37.750" v="538" actId="478"/>
          <ac:grpSpMkLst>
            <pc:docMk/>
            <pc:sldMk cId="0" sldId="281"/>
            <ac:grpSpMk id="900" creationId="{00000000-0000-0000-0000-000000000000}"/>
          </ac:grpSpMkLst>
        </pc:grpChg>
      </pc:sldChg>
      <pc:sldChg chg="del">
        <pc:chgData name="Gurjot Singh" userId="83e15f0a-3691-4b13-a248-ec4d83812968" providerId="ADAL" clId="{2CE4707E-236F-4159-A21A-B5D68036E123}" dt="2026-02-06T19:23:08.875" v="576" actId="47"/>
        <pc:sldMkLst>
          <pc:docMk/>
          <pc:sldMk cId="0" sldId="282"/>
        </pc:sldMkLst>
      </pc:sldChg>
      <pc:sldChg chg="del">
        <pc:chgData name="Gurjot Singh" userId="83e15f0a-3691-4b13-a248-ec4d83812968" providerId="ADAL" clId="{2CE4707E-236F-4159-A21A-B5D68036E123}" dt="2026-02-06T19:23:07.975" v="575" actId="47"/>
        <pc:sldMkLst>
          <pc:docMk/>
          <pc:sldMk cId="0" sldId="283"/>
        </pc:sldMkLst>
      </pc:sldChg>
      <pc:sldChg chg="del">
        <pc:chgData name="Gurjot Singh" userId="83e15f0a-3691-4b13-a248-ec4d83812968" providerId="ADAL" clId="{2CE4707E-236F-4159-A21A-B5D68036E123}" dt="2026-02-06T19:23:06.575" v="574" actId="47"/>
        <pc:sldMkLst>
          <pc:docMk/>
          <pc:sldMk cId="0" sldId="284"/>
        </pc:sldMkLst>
      </pc:sldChg>
      <pc:sldChg chg="del">
        <pc:chgData name="Gurjot Singh" userId="83e15f0a-3691-4b13-a248-ec4d83812968" providerId="ADAL" clId="{2CE4707E-236F-4159-A21A-B5D68036E123}" dt="2026-02-06T19:23:04.897" v="573" actId="47"/>
        <pc:sldMkLst>
          <pc:docMk/>
          <pc:sldMk cId="0" sldId="285"/>
        </pc:sldMkLst>
      </pc:sldChg>
      <pc:sldChg chg="del">
        <pc:chgData name="Gurjot Singh" userId="83e15f0a-3691-4b13-a248-ec4d83812968" providerId="ADAL" clId="{2CE4707E-236F-4159-A21A-B5D68036E123}" dt="2026-02-06T19:23:04.199" v="572" actId="47"/>
        <pc:sldMkLst>
          <pc:docMk/>
          <pc:sldMk cId="0" sldId="286"/>
        </pc:sldMkLst>
      </pc:sldChg>
      <pc:sldChg chg="del">
        <pc:chgData name="Gurjot Singh" userId="83e15f0a-3691-4b13-a248-ec4d83812968" providerId="ADAL" clId="{2CE4707E-236F-4159-A21A-B5D68036E123}" dt="2026-02-06T19:23:03.268" v="571" actId="47"/>
        <pc:sldMkLst>
          <pc:docMk/>
          <pc:sldMk cId="0" sldId="287"/>
        </pc:sldMkLst>
      </pc:sldChg>
      <pc:sldChg chg="del">
        <pc:chgData name="Gurjot Singh" userId="83e15f0a-3691-4b13-a248-ec4d83812968" providerId="ADAL" clId="{2CE4707E-236F-4159-A21A-B5D68036E123}" dt="2026-02-06T19:23:01.626" v="569" actId="47"/>
        <pc:sldMkLst>
          <pc:docMk/>
          <pc:sldMk cId="0" sldId="288"/>
        </pc:sldMkLst>
      </pc:sldChg>
      <pc:sldChg chg="del">
        <pc:chgData name="Gurjot Singh" userId="83e15f0a-3691-4b13-a248-ec4d83812968" providerId="ADAL" clId="{2CE4707E-236F-4159-A21A-B5D68036E123}" dt="2026-02-06T19:23:02.491" v="570" actId="47"/>
        <pc:sldMkLst>
          <pc:docMk/>
          <pc:sldMk cId="0" sldId="289"/>
        </pc:sldMkLst>
      </pc:sldChg>
      <pc:sldChg chg="del">
        <pc:chgData name="Gurjot Singh" userId="83e15f0a-3691-4b13-a248-ec4d83812968" providerId="ADAL" clId="{2CE4707E-236F-4159-A21A-B5D68036E123}" dt="2026-02-06T19:22:58.397" v="568" actId="47"/>
        <pc:sldMkLst>
          <pc:docMk/>
          <pc:sldMk cId="0" sldId="290"/>
        </pc:sldMkLst>
      </pc:sldChg>
      <pc:sldChg chg="del">
        <pc:chgData name="Gurjot Singh" userId="83e15f0a-3691-4b13-a248-ec4d83812968" providerId="ADAL" clId="{2CE4707E-236F-4159-A21A-B5D68036E123}" dt="2026-02-06T19:22:57.644" v="567" actId="47"/>
        <pc:sldMkLst>
          <pc:docMk/>
          <pc:sldMk cId="0" sldId="291"/>
        </pc:sldMkLst>
      </pc:sldChg>
      <pc:sldChg chg="del">
        <pc:chgData name="Gurjot Singh" userId="83e15f0a-3691-4b13-a248-ec4d83812968" providerId="ADAL" clId="{2CE4707E-236F-4159-A21A-B5D68036E123}" dt="2026-02-06T19:22:56.815" v="566" actId="47"/>
        <pc:sldMkLst>
          <pc:docMk/>
          <pc:sldMk cId="0" sldId="292"/>
        </pc:sldMkLst>
      </pc:sldChg>
      <pc:sldChg chg="del">
        <pc:chgData name="Gurjot Singh" userId="83e15f0a-3691-4b13-a248-ec4d83812968" providerId="ADAL" clId="{2CE4707E-236F-4159-A21A-B5D68036E123}" dt="2026-02-06T19:22:55.280" v="565" actId="47"/>
        <pc:sldMkLst>
          <pc:docMk/>
          <pc:sldMk cId="0" sldId="293"/>
        </pc:sldMkLst>
      </pc:sldChg>
      <pc:sldChg chg="del">
        <pc:chgData name="Gurjot Singh" userId="83e15f0a-3691-4b13-a248-ec4d83812968" providerId="ADAL" clId="{2CE4707E-236F-4159-A21A-B5D68036E123}" dt="2026-02-06T19:22:54.446" v="564" actId="47"/>
        <pc:sldMkLst>
          <pc:docMk/>
          <pc:sldMk cId="0" sldId="294"/>
        </pc:sldMkLst>
      </pc:sldChg>
      <pc:sldChg chg="del">
        <pc:chgData name="Gurjot Singh" userId="83e15f0a-3691-4b13-a248-ec4d83812968" providerId="ADAL" clId="{2CE4707E-236F-4159-A21A-B5D68036E123}" dt="2026-02-06T19:22:52.408" v="563" actId="47"/>
        <pc:sldMkLst>
          <pc:docMk/>
          <pc:sldMk cId="0" sldId="295"/>
        </pc:sldMkLst>
      </pc:sldChg>
      <pc:sldChg chg="del">
        <pc:chgData name="Gurjot Singh" userId="83e15f0a-3691-4b13-a248-ec4d83812968" providerId="ADAL" clId="{2CE4707E-236F-4159-A21A-B5D68036E123}" dt="2026-02-06T19:22:51.225" v="562" actId="47"/>
        <pc:sldMkLst>
          <pc:docMk/>
          <pc:sldMk cId="0" sldId="296"/>
        </pc:sldMkLst>
      </pc:sldChg>
      <pc:sldChg chg="del">
        <pc:chgData name="Gurjot Singh" userId="83e15f0a-3691-4b13-a248-ec4d83812968" providerId="ADAL" clId="{2CE4707E-236F-4159-A21A-B5D68036E123}" dt="2026-02-06T19:22:47.279" v="561" actId="47"/>
        <pc:sldMkLst>
          <pc:docMk/>
          <pc:sldMk cId="0" sldId="297"/>
        </pc:sldMkLst>
      </pc:sldChg>
      <pc:sldChg chg="del">
        <pc:chgData name="Gurjot Singh" userId="83e15f0a-3691-4b13-a248-ec4d83812968" providerId="ADAL" clId="{2CE4707E-236F-4159-A21A-B5D68036E123}" dt="2026-02-06T19:22:45.617" v="560" actId="47"/>
        <pc:sldMkLst>
          <pc:docMk/>
          <pc:sldMk cId="0" sldId="298"/>
        </pc:sldMkLst>
      </pc:sldChg>
      <pc:sldChg chg="del">
        <pc:chgData name="Gurjot Singh" userId="83e15f0a-3691-4b13-a248-ec4d83812968" providerId="ADAL" clId="{2CE4707E-236F-4159-A21A-B5D68036E123}" dt="2026-02-06T19:22:44.802" v="559" actId="47"/>
        <pc:sldMkLst>
          <pc:docMk/>
          <pc:sldMk cId="0" sldId="299"/>
        </pc:sldMkLst>
      </pc:sldChg>
      <pc:sldChg chg="del">
        <pc:chgData name="Gurjot Singh" userId="83e15f0a-3691-4b13-a248-ec4d83812968" providerId="ADAL" clId="{2CE4707E-236F-4159-A21A-B5D68036E123}" dt="2026-02-06T19:22:43.481" v="558" actId="47"/>
        <pc:sldMkLst>
          <pc:docMk/>
          <pc:sldMk cId="0" sldId="300"/>
        </pc:sldMkLst>
      </pc:sldChg>
      <pc:sldChg chg="addSp delSp modSp new mod ord chgLayout">
        <pc:chgData name="Gurjot Singh" userId="83e15f0a-3691-4b13-a248-ec4d83812968" providerId="ADAL" clId="{2CE4707E-236F-4159-A21A-B5D68036E123}" dt="2026-02-06T17:22:18.983" v="225"/>
        <pc:sldMkLst>
          <pc:docMk/>
          <pc:sldMk cId="3528733499" sldId="301"/>
        </pc:sldMkLst>
        <pc:spChg chg="del">
          <ac:chgData name="Gurjot Singh" userId="83e15f0a-3691-4b13-a248-ec4d83812968" providerId="ADAL" clId="{2CE4707E-236F-4159-A21A-B5D68036E123}" dt="2026-02-06T17:12:19.521" v="153" actId="478"/>
          <ac:spMkLst>
            <pc:docMk/>
            <pc:sldMk cId="3528733499" sldId="301"/>
            <ac:spMk id="2" creationId="{99C6DD51-BFF9-243C-E2C7-A6FBAB11B5A0}"/>
          </ac:spMkLst>
        </pc:spChg>
        <pc:spChg chg="del">
          <ac:chgData name="Gurjot Singh" userId="83e15f0a-3691-4b13-a248-ec4d83812968" providerId="ADAL" clId="{2CE4707E-236F-4159-A21A-B5D68036E123}" dt="2026-02-06T17:12:20.475" v="154" actId="478"/>
          <ac:spMkLst>
            <pc:docMk/>
            <pc:sldMk cId="3528733499" sldId="301"/>
            <ac:spMk id="3" creationId="{408DDE3F-9398-65FF-F7B0-7E385B97DBB8}"/>
          </ac:spMkLst>
        </pc:spChg>
        <pc:spChg chg="add">
          <ac:chgData name="Gurjot Singh" userId="83e15f0a-3691-4b13-a248-ec4d83812968" providerId="ADAL" clId="{2CE4707E-236F-4159-A21A-B5D68036E123}" dt="2026-02-06T17:13:31.601" v="155"/>
          <ac:spMkLst>
            <pc:docMk/>
            <pc:sldMk cId="3528733499" sldId="301"/>
            <ac:spMk id="4" creationId="{7E784669-2612-2C32-353C-0F36EAB7AB2A}"/>
          </ac:spMkLst>
        </pc:spChg>
        <pc:spChg chg="add del mod">
          <ac:chgData name="Gurjot Singh" userId="83e15f0a-3691-4b13-a248-ec4d83812968" providerId="ADAL" clId="{2CE4707E-236F-4159-A21A-B5D68036E123}" dt="2026-02-06T17:14:52.751" v="163" actId="478"/>
          <ac:spMkLst>
            <pc:docMk/>
            <pc:sldMk cId="3528733499" sldId="301"/>
            <ac:spMk id="5" creationId="{1EE6FBDD-D187-8444-676A-68755A70D39D}"/>
          </ac:spMkLst>
        </pc:spChg>
        <pc:spChg chg="add">
          <ac:chgData name="Gurjot Singh" userId="83e15f0a-3691-4b13-a248-ec4d83812968" providerId="ADAL" clId="{2CE4707E-236F-4159-A21A-B5D68036E123}" dt="2026-02-06T17:15:16.628" v="164"/>
          <ac:spMkLst>
            <pc:docMk/>
            <pc:sldMk cId="3528733499" sldId="301"/>
            <ac:spMk id="6" creationId="{EDE57F99-D898-7530-D2F1-263ED23E98DF}"/>
          </ac:spMkLst>
        </pc:spChg>
        <pc:spChg chg="add del mod">
          <ac:chgData name="Gurjot Singh" userId="83e15f0a-3691-4b13-a248-ec4d83812968" providerId="ADAL" clId="{2CE4707E-236F-4159-A21A-B5D68036E123}" dt="2026-02-06T17:16:18.545" v="172" actId="478"/>
          <ac:spMkLst>
            <pc:docMk/>
            <pc:sldMk cId="3528733499" sldId="301"/>
            <ac:spMk id="7" creationId="{78FAF248-C93B-CBEF-E0AF-D8429954417D}"/>
          </ac:spMkLst>
        </pc:spChg>
        <pc:spChg chg="add del mod ord">
          <ac:chgData name="Gurjot Singh" userId="83e15f0a-3691-4b13-a248-ec4d83812968" providerId="ADAL" clId="{2CE4707E-236F-4159-A21A-B5D68036E123}" dt="2026-02-06T17:16:07.847" v="168" actId="6264"/>
          <ac:spMkLst>
            <pc:docMk/>
            <pc:sldMk cId="3528733499" sldId="301"/>
            <ac:spMk id="8" creationId="{A2E1B2F0-9484-15A9-BDBF-24EC38F06E89}"/>
          </ac:spMkLst>
        </pc:spChg>
        <pc:spChg chg="add del mod ord">
          <ac:chgData name="Gurjot Singh" userId="83e15f0a-3691-4b13-a248-ec4d83812968" providerId="ADAL" clId="{2CE4707E-236F-4159-A21A-B5D68036E123}" dt="2026-02-06T17:16:07.847" v="168" actId="6264"/>
          <ac:spMkLst>
            <pc:docMk/>
            <pc:sldMk cId="3528733499" sldId="301"/>
            <ac:spMk id="9" creationId="{EE3C7B6C-A106-1EF9-6D12-FC6C26B06A6A}"/>
          </ac:spMkLst>
        </pc:spChg>
        <pc:spChg chg="add del">
          <ac:chgData name="Gurjot Singh" userId="83e15f0a-3691-4b13-a248-ec4d83812968" providerId="ADAL" clId="{2CE4707E-236F-4159-A21A-B5D68036E123}" dt="2026-02-06T17:19:04.958" v="197" actId="478"/>
          <ac:spMkLst>
            <pc:docMk/>
            <pc:sldMk cId="3528733499" sldId="301"/>
            <ac:spMk id="10" creationId="{370BD4E5-73AA-E0C7-D456-21E35483BB83}"/>
          </ac:spMkLst>
        </pc:spChg>
        <pc:spChg chg="add del mod">
          <ac:chgData name="Gurjot Singh" userId="83e15f0a-3691-4b13-a248-ec4d83812968" providerId="ADAL" clId="{2CE4707E-236F-4159-A21A-B5D68036E123}" dt="2026-02-06T17:19:15.142" v="200" actId="478"/>
          <ac:spMkLst>
            <pc:docMk/>
            <pc:sldMk cId="3528733499" sldId="301"/>
            <ac:spMk id="11" creationId="{824EDA44-D485-0040-3A40-D9D39BE46092}"/>
          </ac:spMkLst>
        </pc:spChg>
        <pc:spChg chg="add del">
          <ac:chgData name="Gurjot Singh" userId="83e15f0a-3691-4b13-a248-ec4d83812968" providerId="ADAL" clId="{2CE4707E-236F-4159-A21A-B5D68036E123}" dt="2026-02-06T17:19:52.416" v="205" actId="478"/>
          <ac:spMkLst>
            <pc:docMk/>
            <pc:sldMk cId="3528733499" sldId="301"/>
            <ac:spMk id="14" creationId="{EE42E5D8-6594-DB56-E9C9-E8B368551CF1}"/>
          </ac:spMkLst>
        </pc:spChg>
        <pc:spChg chg="add del">
          <ac:chgData name="Gurjot Singh" userId="83e15f0a-3691-4b13-a248-ec4d83812968" providerId="ADAL" clId="{2CE4707E-236F-4159-A21A-B5D68036E123}" dt="2026-02-06T17:19:59.512" v="207" actId="478"/>
          <ac:spMkLst>
            <pc:docMk/>
            <pc:sldMk cId="3528733499" sldId="301"/>
            <ac:spMk id="15" creationId="{F61C53C8-D720-4DBE-6C55-72C3FDF751B1}"/>
          </ac:spMkLst>
        </pc:spChg>
        <pc:spChg chg="add del mod">
          <ac:chgData name="Gurjot Singh" userId="83e15f0a-3691-4b13-a248-ec4d83812968" providerId="ADAL" clId="{2CE4707E-236F-4159-A21A-B5D68036E123}" dt="2026-02-06T17:20:04.072" v="209" actId="478"/>
          <ac:spMkLst>
            <pc:docMk/>
            <pc:sldMk cId="3528733499" sldId="301"/>
            <ac:spMk id="16" creationId="{08BDF78A-D2E7-AB4D-8ABD-5DFE02DCE049}"/>
          </ac:spMkLst>
        </pc:spChg>
        <pc:picChg chg="add mod">
          <ac:chgData name="Gurjot Singh" userId="83e15f0a-3691-4b13-a248-ec4d83812968" providerId="ADAL" clId="{2CE4707E-236F-4159-A21A-B5D68036E123}" dt="2026-02-06T17:21:35.935" v="217" actId="1076"/>
          <ac:picMkLst>
            <pc:docMk/>
            <pc:sldMk cId="3528733499" sldId="301"/>
            <ac:picMk id="13" creationId="{2C212137-876E-FBA3-AEBB-A0FF28D9205A}"/>
          </ac:picMkLst>
        </pc:picChg>
        <pc:picChg chg="add mod">
          <ac:chgData name="Gurjot Singh" userId="83e15f0a-3691-4b13-a248-ec4d83812968" providerId="ADAL" clId="{2CE4707E-236F-4159-A21A-B5D68036E123}" dt="2026-02-06T17:21:54.490" v="221" actId="1076"/>
          <ac:picMkLst>
            <pc:docMk/>
            <pc:sldMk cId="3528733499" sldId="301"/>
            <ac:picMk id="18" creationId="{AE4687D8-AEE6-E325-58DA-811F4D15B11E}"/>
          </ac:picMkLst>
        </pc:picChg>
        <pc:picChg chg="add mod">
          <ac:chgData name="Gurjot Singh" userId="83e15f0a-3691-4b13-a248-ec4d83812968" providerId="ADAL" clId="{2CE4707E-236F-4159-A21A-B5D68036E123}" dt="2026-02-06T17:21:25.914" v="216" actId="1076"/>
          <ac:picMkLst>
            <pc:docMk/>
            <pc:sldMk cId="3528733499" sldId="301"/>
            <ac:picMk id="1028" creationId="{57A6D0DB-01D6-8B5A-237A-E3BB803D9876}"/>
          </ac:picMkLst>
        </pc:picChg>
        <pc:picChg chg="add del">
          <ac:chgData name="Gurjot Singh" userId="83e15f0a-3691-4b13-a248-ec4d83812968" providerId="ADAL" clId="{2CE4707E-236F-4159-A21A-B5D68036E123}" dt="2026-02-06T17:16:29.593" v="174" actId="478"/>
          <ac:picMkLst>
            <pc:docMk/>
            <pc:sldMk cId="3528733499" sldId="301"/>
            <ac:picMk id="1036" creationId="{62B75306-B4DC-B64D-F691-E248AED4A2B5}"/>
          </ac:picMkLst>
        </pc:picChg>
        <pc:picChg chg="add mod">
          <ac:chgData name="Gurjot Singh" userId="83e15f0a-3691-4b13-a248-ec4d83812968" providerId="ADAL" clId="{2CE4707E-236F-4159-A21A-B5D68036E123}" dt="2026-02-06T17:17:34.276" v="187" actId="1076"/>
          <ac:picMkLst>
            <pc:docMk/>
            <pc:sldMk cId="3528733499" sldId="301"/>
            <ac:picMk id="1038" creationId="{5A1736F6-D94B-A75E-9008-D671E94E6D5D}"/>
          </ac:picMkLst>
        </pc:picChg>
        <pc:picChg chg="add mod">
          <ac:chgData name="Gurjot Singh" userId="83e15f0a-3691-4b13-a248-ec4d83812968" providerId="ADAL" clId="{2CE4707E-236F-4159-A21A-B5D68036E123}" dt="2026-02-06T17:21:20.582" v="215" actId="1076"/>
          <ac:picMkLst>
            <pc:docMk/>
            <pc:sldMk cId="3528733499" sldId="301"/>
            <ac:picMk id="1040" creationId="{A8E807AD-9A84-76E2-6F1F-89B5CB0AF7A2}"/>
          </ac:picMkLst>
        </pc:picChg>
        <pc:picChg chg="add mod">
          <ac:chgData name="Gurjot Singh" userId="83e15f0a-3691-4b13-a248-ec4d83812968" providerId="ADAL" clId="{2CE4707E-236F-4159-A21A-B5D68036E123}" dt="2026-02-06T17:21:59.599" v="223" actId="1076"/>
          <ac:picMkLst>
            <pc:docMk/>
            <pc:sldMk cId="3528733499" sldId="301"/>
            <ac:picMk id="1042" creationId="{DD62A1D3-7CA6-5DAC-C756-C650A518D6B9}"/>
          </ac:picMkLst>
        </pc:picChg>
        <pc:picChg chg="add mod">
          <ac:chgData name="Gurjot Singh" userId="83e15f0a-3691-4b13-a248-ec4d83812968" providerId="ADAL" clId="{2CE4707E-236F-4159-A21A-B5D68036E123}" dt="2026-02-06T17:21:14.733" v="214" actId="1076"/>
          <ac:picMkLst>
            <pc:docMk/>
            <pc:sldMk cId="3528733499" sldId="301"/>
            <ac:picMk id="1044" creationId="{A5155443-606F-C898-2493-1877B83E536A}"/>
          </ac:picMkLst>
        </pc:picChg>
      </pc:sldChg>
      <pc:sldChg chg="new del">
        <pc:chgData name="Gurjot Singh" userId="83e15f0a-3691-4b13-a248-ec4d83812968" providerId="ADAL" clId="{2CE4707E-236F-4159-A21A-B5D68036E123}" dt="2026-02-06T17:22:40.909" v="228" actId="47"/>
        <pc:sldMkLst>
          <pc:docMk/>
          <pc:sldMk cId="3536512443" sldId="302"/>
        </pc:sldMkLst>
      </pc:sldChg>
      <pc:sldChg chg="addSp new mod">
        <pc:chgData name="Gurjot Singh" userId="83e15f0a-3691-4b13-a248-ec4d83812968" providerId="ADAL" clId="{2CE4707E-236F-4159-A21A-B5D68036E123}" dt="2026-02-06T17:39:05.328" v="356" actId="22"/>
        <pc:sldMkLst>
          <pc:docMk/>
          <pc:sldMk cId="2678736026" sldId="303"/>
        </pc:sldMkLst>
        <pc:picChg chg="add">
          <ac:chgData name="Gurjot Singh" userId="83e15f0a-3691-4b13-a248-ec4d83812968" providerId="ADAL" clId="{2CE4707E-236F-4159-A21A-B5D68036E123}" dt="2026-02-06T17:39:05.328" v="356" actId="22"/>
          <ac:picMkLst>
            <pc:docMk/>
            <pc:sldMk cId="2678736026" sldId="303"/>
            <ac:picMk id="4" creationId="{F16D08C4-B20B-E25D-4386-60F095462887}"/>
          </ac:picMkLst>
        </pc:picChg>
      </pc:sldChg>
      <pc:sldChg chg="addSp delSp modSp new del mod">
        <pc:chgData name="Gurjot Singh" userId="83e15f0a-3691-4b13-a248-ec4d83812968" providerId="ADAL" clId="{2CE4707E-236F-4159-A21A-B5D68036E123}" dt="2026-02-06T17:24:02.018" v="237" actId="47"/>
        <pc:sldMkLst>
          <pc:docMk/>
          <pc:sldMk cId="373367902" sldId="304"/>
        </pc:sldMkLst>
        <pc:spChg chg="del">
          <ac:chgData name="Gurjot Singh" userId="83e15f0a-3691-4b13-a248-ec4d83812968" providerId="ADAL" clId="{2CE4707E-236F-4159-A21A-B5D68036E123}" dt="2026-02-06T17:22:53.488" v="230" actId="478"/>
          <ac:spMkLst>
            <pc:docMk/>
            <pc:sldMk cId="373367902" sldId="304"/>
            <ac:spMk id="2" creationId="{D1CAA68D-A8F4-F464-6732-E08785CC2479}"/>
          </ac:spMkLst>
        </pc:spChg>
        <pc:spChg chg="del">
          <ac:chgData name="Gurjot Singh" userId="83e15f0a-3691-4b13-a248-ec4d83812968" providerId="ADAL" clId="{2CE4707E-236F-4159-A21A-B5D68036E123}" dt="2026-02-06T17:22:54.988" v="231" actId="478"/>
          <ac:spMkLst>
            <pc:docMk/>
            <pc:sldMk cId="373367902" sldId="304"/>
            <ac:spMk id="3" creationId="{194AAB9B-D3AF-D35F-C10F-59252E944312}"/>
          </ac:spMkLst>
        </pc:spChg>
        <pc:picChg chg="add del mod">
          <ac:chgData name="Gurjot Singh" userId="83e15f0a-3691-4b13-a248-ec4d83812968" providerId="ADAL" clId="{2CE4707E-236F-4159-A21A-B5D68036E123}" dt="2026-02-06T17:24:00.179" v="236" actId="21"/>
          <ac:picMkLst>
            <pc:docMk/>
            <pc:sldMk cId="373367902" sldId="304"/>
            <ac:picMk id="4" creationId="{50273AA5-51A5-E7EA-0E9A-974D46C0DB8D}"/>
          </ac:picMkLst>
        </pc:picChg>
      </pc:sldChg>
      <pc:sldChg chg="addSp delSp modSp new mod">
        <pc:chgData name="Gurjot Singh" userId="83e15f0a-3691-4b13-a248-ec4d83812968" providerId="ADAL" clId="{2CE4707E-236F-4159-A21A-B5D68036E123}" dt="2026-02-06T17:32:37.521" v="296" actId="1076"/>
        <pc:sldMkLst>
          <pc:docMk/>
          <pc:sldMk cId="1233281761" sldId="305"/>
        </pc:sldMkLst>
        <pc:spChg chg="add del mod">
          <ac:chgData name="Gurjot Singh" userId="83e15f0a-3691-4b13-a248-ec4d83812968" providerId="ADAL" clId="{2CE4707E-236F-4159-A21A-B5D68036E123}" dt="2026-02-06T17:31:30.859" v="293"/>
          <ac:spMkLst>
            <pc:docMk/>
            <pc:sldMk cId="1233281761" sldId="305"/>
            <ac:spMk id="2" creationId="{9C1C6013-0450-3893-C52E-FB713250C4B3}"/>
          </ac:spMkLst>
        </pc:spChg>
        <pc:spChg chg="mod">
          <ac:chgData name="Gurjot Singh" userId="83e15f0a-3691-4b13-a248-ec4d83812968" providerId="ADAL" clId="{2CE4707E-236F-4159-A21A-B5D68036E123}" dt="2026-02-06T17:31:21.753" v="292" actId="20577"/>
          <ac:spMkLst>
            <pc:docMk/>
            <pc:sldMk cId="1233281761" sldId="305"/>
            <ac:spMk id="3" creationId="{E90398BE-C9DB-FB8F-C83D-25377CA2170F}"/>
          </ac:spMkLst>
        </pc:spChg>
        <pc:spChg chg="add mod">
          <ac:chgData name="Gurjot Singh" userId="83e15f0a-3691-4b13-a248-ec4d83812968" providerId="ADAL" clId="{2CE4707E-236F-4159-A21A-B5D68036E123}" dt="2026-02-06T17:28:57.739" v="241"/>
          <ac:spMkLst>
            <pc:docMk/>
            <pc:sldMk cId="1233281761" sldId="305"/>
            <ac:spMk id="5" creationId="{41DD4B7F-6B8E-7949-6866-D1D6C2CE31C2}"/>
          </ac:spMkLst>
        </pc:spChg>
        <pc:spChg chg="add mod">
          <ac:chgData name="Gurjot Singh" userId="83e15f0a-3691-4b13-a248-ec4d83812968" providerId="ADAL" clId="{2CE4707E-236F-4159-A21A-B5D68036E123}" dt="2026-02-06T17:29:02.045" v="243"/>
          <ac:spMkLst>
            <pc:docMk/>
            <pc:sldMk cId="1233281761" sldId="305"/>
            <ac:spMk id="6" creationId="{ED4384E1-B36F-1E4D-8EC8-7C0A78F8F00F}"/>
          </ac:spMkLst>
        </pc:spChg>
        <pc:picChg chg="add del mod">
          <ac:chgData name="Gurjot Singh" userId="83e15f0a-3691-4b13-a248-ec4d83812968" providerId="ADAL" clId="{2CE4707E-236F-4159-A21A-B5D68036E123}" dt="2026-02-06T17:32:29.969" v="294" actId="478"/>
          <ac:picMkLst>
            <pc:docMk/>
            <pc:sldMk cId="1233281761" sldId="305"/>
            <ac:picMk id="4" creationId="{50273AA5-51A5-E7EA-0E9A-974D46C0DB8D}"/>
          </ac:picMkLst>
        </pc:picChg>
        <pc:picChg chg="add mod">
          <ac:chgData name="Gurjot Singh" userId="83e15f0a-3691-4b13-a248-ec4d83812968" providerId="ADAL" clId="{2CE4707E-236F-4159-A21A-B5D68036E123}" dt="2026-02-06T17:32:37.521" v="296" actId="1076"/>
          <ac:picMkLst>
            <pc:docMk/>
            <pc:sldMk cId="1233281761" sldId="305"/>
            <ac:picMk id="1028" creationId="{B1DA9641-F72B-B147-D02D-7ADBD61B68B9}"/>
          </ac:picMkLst>
        </pc:picChg>
      </pc:sldChg>
      <pc:sldChg chg="addSp delSp modSp add mod ord">
        <pc:chgData name="Gurjot Singh" userId="83e15f0a-3691-4b13-a248-ec4d83812968" providerId="ADAL" clId="{2CE4707E-236F-4159-A21A-B5D68036E123}" dt="2026-02-06T19:12:09.565" v="465"/>
        <pc:sldMkLst>
          <pc:docMk/>
          <pc:sldMk cId="2190978560" sldId="306"/>
        </pc:sldMkLst>
        <pc:spChg chg="mod">
          <ac:chgData name="Gurjot Singh" userId="83e15f0a-3691-4b13-a248-ec4d83812968" providerId="ADAL" clId="{2CE4707E-236F-4159-A21A-B5D68036E123}" dt="2026-02-06T17:31:04.033" v="277" actId="20577"/>
          <ac:spMkLst>
            <pc:docMk/>
            <pc:sldMk cId="2190978560" sldId="306"/>
            <ac:spMk id="2" creationId="{9B1EB496-48D5-389E-3966-AE87736601F0}"/>
          </ac:spMkLst>
        </pc:spChg>
        <pc:spChg chg="mod">
          <ac:chgData name="Gurjot Singh" userId="83e15f0a-3691-4b13-a248-ec4d83812968" providerId="ADAL" clId="{2CE4707E-236F-4159-A21A-B5D68036E123}" dt="2026-02-06T17:31:13.669" v="281" actId="20577"/>
          <ac:spMkLst>
            <pc:docMk/>
            <pc:sldMk cId="2190978560" sldId="306"/>
            <ac:spMk id="3" creationId="{8EB81ACD-CC46-F7D6-B289-CC70CBED99EE}"/>
          </ac:spMkLst>
        </pc:spChg>
        <pc:spChg chg="add del mod">
          <ac:chgData name="Gurjot Singh" userId="83e15f0a-3691-4b13-a248-ec4d83812968" providerId="ADAL" clId="{2CE4707E-236F-4159-A21A-B5D68036E123}" dt="2026-02-06T19:12:09.565" v="465"/>
          <ac:spMkLst>
            <pc:docMk/>
            <pc:sldMk cId="2190978560" sldId="306"/>
            <ac:spMk id="5" creationId="{DD3B18F8-5D32-85AF-CF2E-FD6AD8F3FD61}"/>
          </ac:spMkLst>
        </pc:spChg>
      </pc:sldChg>
      <pc:sldChg chg="addSp delSp modSp add mod">
        <pc:chgData name="Gurjot Singh" userId="83e15f0a-3691-4b13-a248-ec4d83812968" providerId="ADAL" clId="{2CE4707E-236F-4159-A21A-B5D68036E123}" dt="2026-02-06T17:34:14.529" v="320" actId="20577"/>
        <pc:sldMkLst>
          <pc:docMk/>
          <pc:sldMk cId="431789128" sldId="307"/>
        </pc:sldMkLst>
        <pc:spChg chg="mod">
          <ac:chgData name="Gurjot Singh" userId="83e15f0a-3691-4b13-a248-ec4d83812968" providerId="ADAL" clId="{2CE4707E-236F-4159-A21A-B5D68036E123}" dt="2026-02-06T17:34:14.529" v="320" actId="20577"/>
          <ac:spMkLst>
            <pc:docMk/>
            <pc:sldMk cId="431789128" sldId="307"/>
            <ac:spMk id="2" creationId="{00B3AA42-318C-E20F-2CC6-A41A02BF9D5C}"/>
          </ac:spMkLst>
        </pc:spChg>
        <pc:spChg chg="mod">
          <ac:chgData name="Gurjot Singh" userId="83e15f0a-3691-4b13-a248-ec4d83812968" providerId="ADAL" clId="{2CE4707E-236F-4159-A21A-B5D68036E123}" dt="2026-02-06T17:32:52.044" v="310" actId="20577"/>
          <ac:spMkLst>
            <pc:docMk/>
            <pc:sldMk cId="431789128" sldId="307"/>
            <ac:spMk id="3" creationId="{684E6557-DD3C-196B-1989-DA21BA8C9DE1}"/>
          </ac:spMkLst>
        </pc:spChg>
        <pc:spChg chg="add">
          <ac:chgData name="Gurjot Singh" userId="83e15f0a-3691-4b13-a248-ec4d83812968" providerId="ADAL" clId="{2CE4707E-236F-4159-A21A-B5D68036E123}" dt="2026-02-06T17:32:59.808" v="311"/>
          <ac:spMkLst>
            <pc:docMk/>
            <pc:sldMk cId="431789128" sldId="307"/>
            <ac:spMk id="4" creationId="{72ED5FAF-BB61-5A4D-1004-75BE84AB2215}"/>
          </ac:spMkLst>
        </pc:spChg>
        <pc:picChg chg="del">
          <ac:chgData name="Gurjot Singh" userId="83e15f0a-3691-4b13-a248-ec4d83812968" providerId="ADAL" clId="{2CE4707E-236F-4159-A21A-B5D68036E123}" dt="2026-02-06T17:33:37.861" v="313" actId="478"/>
          <ac:picMkLst>
            <pc:docMk/>
            <pc:sldMk cId="431789128" sldId="307"/>
            <ac:picMk id="1028" creationId="{AD8FF3E1-AB96-36E2-2F4A-339002DCBB6B}"/>
          </ac:picMkLst>
        </pc:picChg>
        <pc:picChg chg="add mod">
          <ac:chgData name="Gurjot Singh" userId="83e15f0a-3691-4b13-a248-ec4d83812968" providerId="ADAL" clId="{2CE4707E-236F-4159-A21A-B5D68036E123}" dt="2026-02-06T17:33:53.170" v="317" actId="1076"/>
          <ac:picMkLst>
            <pc:docMk/>
            <pc:sldMk cId="431789128" sldId="307"/>
            <ac:picMk id="3075" creationId="{99F07F8F-AF15-7373-7AD2-59AD5AF8520C}"/>
          </ac:picMkLst>
        </pc:picChg>
      </pc:sldChg>
      <pc:sldChg chg="modSp add mod ord">
        <pc:chgData name="Gurjot Singh" userId="83e15f0a-3691-4b13-a248-ec4d83812968" providerId="ADAL" clId="{2CE4707E-236F-4159-A21A-B5D68036E123}" dt="2026-02-06T17:37:02.378" v="350" actId="20577"/>
        <pc:sldMkLst>
          <pc:docMk/>
          <pc:sldMk cId="2649027535" sldId="308"/>
        </pc:sldMkLst>
        <pc:spChg chg="mod">
          <ac:chgData name="Gurjot Singh" userId="83e15f0a-3691-4b13-a248-ec4d83812968" providerId="ADAL" clId="{2CE4707E-236F-4159-A21A-B5D68036E123}" dt="2026-02-06T17:37:02.378" v="350" actId="20577"/>
          <ac:spMkLst>
            <pc:docMk/>
            <pc:sldMk cId="2649027535" sldId="308"/>
            <ac:spMk id="374" creationId="{2B9004DD-3DD3-12BF-BD65-068942C5EB2E}"/>
          </ac:spMkLst>
        </pc:spChg>
        <pc:spChg chg="mod">
          <ac:chgData name="Gurjot Singh" userId="83e15f0a-3691-4b13-a248-ec4d83812968" providerId="ADAL" clId="{2CE4707E-236F-4159-A21A-B5D68036E123}" dt="2026-02-06T17:36:44.554" v="325" actId="20577"/>
          <ac:spMkLst>
            <pc:docMk/>
            <pc:sldMk cId="2649027535" sldId="308"/>
            <ac:spMk id="375" creationId="{A66DACBD-5EF5-7E3F-9A54-AC0CF60911DE}"/>
          </ac:spMkLst>
        </pc:spChg>
      </pc:sldChg>
      <pc:sldChg chg="addSp new mod">
        <pc:chgData name="Gurjot Singh" userId="83e15f0a-3691-4b13-a248-ec4d83812968" providerId="ADAL" clId="{2CE4707E-236F-4159-A21A-B5D68036E123}" dt="2026-02-06T17:38:05.376" v="352" actId="22"/>
        <pc:sldMkLst>
          <pc:docMk/>
          <pc:sldMk cId="1010758600" sldId="309"/>
        </pc:sldMkLst>
        <pc:picChg chg="add">
          <ac:chgData name="Gurjot Singh" userId="83e15f0a-3691-4b13-a248-ec4d83812968" providerId="ADAL" clId="{2CE4707E-236F-4159-A21A-B5D68036E123}" dt="2026-02-06T17:38:05.376" v="352" actId="22"/>
          <ac:picMkLst>
            <pc:docMk/>
            <pc:sldMk cId="1010758600" sldId="309"/>
            <ac:picMk id="3" creationId="{5A09D20C-B394-FC30-3935-92686D817255}"/>
          </ac:picMkLst>
        </pc:picChg>
      </pc:sldChg>
      <pc:sldChg chg="addSp add mod">
        <pc:chgData name="Gurjot Singh" userId="83e15f0a-3691-4b13-a248-ec4d83812968" providerId="ADAL" clId="{2CE4707E-236F-4159-A21A-B5D68036E123}" dt="2026-02-06T17:39:42.743" v="357" actId="22"/>
        <pc:sldMkLst>
          <pc:docMk/>
          <pc:sldMk cId="2740480449" sldId="310"/>
        </pc:sldMkLst>
        <pc:picChg chg="add">
          <ac:chgData name="Gurjot Singh" userId="83e15f0a-3691-4b13-a248-ec4d83812968" providerId="ADAL" clId="{2CE4707E-236F-4159-A21A-B5D68036E123}" dt="2026-02-06T17:39:42.743" v="357" actId="22"/>
          <ac:picMkLst>
            <pc:docMk/>
            <pc:sldMk cId="2740480449" sldId="310"/>
            <ac:picMk id="4" creationId="{5AC0A38E-F022-78DE-55AF-C3DA6853C5A4}"/>
          </ac:picMkLst>
        </pc:picChg>
      </pc:sldChg>
      <pc:sldChg chg="addSp modSp add mod">
        <pc:chgData name="Gurjot Singh" userId="83e15f0a-3691-4b13-a248-ec4d83812968" providerId="ADAL" clId="{2CE4707E-236F-4159-A21A-B5D68036E123}" dt="2026-02-06T17:40:36.476" v="360"/>
        <pc:sldMkLst>
          <pc:docMk/>
          <pc:sldMk cId="1843937174" sldId="311"/>
        </pc:sldMkLst>
        <pc:picChg chg="add">
          <ac:chgData name="Gurjot Singh" userId="83e15f0a-3691-4b13-a248-ec4d83812968" providerId="ADAL" clId="{2CE4707E-236F-4159-A21A-B5D68036E123}" dt="2026-02-06T17:40:33.549" v="358" actId="22"/>
          <ac:picMkLst>
            <pc:docMk/>
            <pc:sldMk cId="1843937174" sldId="311"/>
            <ac:picMk id="4" creationId="{6B11D128-678F-4DC2-084C-B25A8E9D3CDF}"/>
          </ac:picMkLst>
        </pc:picChg>
        <pc:picChg chg="add mod">
          <ac:chgData name="Gurjot Singh" userId="83e15f0a-3691-4b13-a248-ec4d83812968" providerId="ADAL" clId="{2CE4707E-236F-4159-A21A-B5D68036E123}" dt="2026-02-06T17:40:36.476" v="360"/>
          <ac:picMkLst>
            <pc:docMk/>
            <pc:sldMk cId="1843937174" sldId="311"/>
            <ac:picMk id="5" creationId="{0B20A55D-C07E-C9B1-081F-A027FACE09D6}"/>
          </ac:picMkLst>
        </pc:picChg>
      </pc:sldChg>
      <pc:sldChg chg="addSp add mod">
        <pc:chgData name="Gurjot Singh" userId="83e15f0a-3691-4b13-a248-ec4d83812968" providerId="ADAL" clId="{2CE4707E-236F-4159-A21A-B5D68036E123}" dt="2026-02-06T17:41:16.039" v="364" actId="22"/>
        <pc:sldMkLst>
          <pc:docMk/>
          <pc:sldMk cId="2073013959" sldId="312"/>
        </pc:sldMkLst>
        <pc:picChg chg="add">
          <ac:chgData name="Gurjot Singh" userId="83e15f0a-3691-4b13-a248-ec4d83812968" providerId="ADAL" clId="{2CE4707E-236F-4159-A21A-B5D68036E123}" dt="2026-02-06T17:41:16.039" v="364" actId="22"/>
          <ac:picMkLst>
            <pc:docMk/>
            <pc:sldMk cId="2073013959" sldId="312"/>
            <ac:picMk id="4" creationId="{24ADB3B4-ADC7-35F9-B685-1B88FE8C8F0F}"/>
          </ac:picMkLst>
        </pc:picChg>
      </pc:sldChg>
      <pc:sldChg chg="addSp add mod">
        <pc:chgData name="Gurjot Singh" userId="83e15f0a-3691-4b13-a248-ec4d83812968" providerId="ADAL" clId="{2CE4707E-236F-4159-A21A-B5D68036E123}" dt="2026-02-06T17:42:28.755" v="365" actId="22"/>
        <pc:sldMkLst>
          <pc:docMk/>
          <pc:sldMk cId="4222138159" sldId="313"/>
        </pc:sldMkLst>
        <pc:picChg chg="add">
          <ac:chgData name="Gurjot Singh" userId="83e15f0a-3691-4b13-a248-ec4d83812968" providerId="ADAL" clId="{2CE4707E-236F-4159-A21A-B5D68036E123}" dt="2026-02-06T17:42:28.755" v="365" actId="22"/>
          <ac:picMkLst>
            <pc:docMk/>
            <pc:sldMk cId="4222138159" sldId="313"/>
            <ac:picMk id="4" creationId="{0D4CEA11-EA9B-1500-6A3C-9137028CCF22}"/>
          </ac:picMkLst>
        </pc:picChg>
      </pc:sldChg>
      <pc:sldChg chg="addSp add mod">
        <pc:chgData name="Gurjot Singh" userId="83e15f0a-3691-4b13-a248-ec4d83812968" providerId="ADAL" clId="{2CE4707E-236F-4159-A21A-B5D68036E123}" dt="2026-02-06T17:42:44.656" v="366" actId="22"/>
        <pc:sldMkLst>
          <pc:docMk/>
          <pc:sldMk cId="2682542386" sldId="314"/>
        </pc:sldMkLst>
        <pc:picChg chg="add">
          <ac:chgData name="Gurjot Singh" userId="83e15f0a-3691-4b13-a248-ec4d83812968" providerId="ADAL" clId="{2CE4707E-236F-4159-A21A-B5D68036E123}" dt="2026-02-06T17:42:44.656" v="366" actId="22"/>
          <ac:picMkLst>
            <pc:docMk/>
            <pc:sldMk cId="2682542386" sldId="314"/>
            <ac:picMk id="4" creationId="{A76AE23B-8958-E00A-9E1B-4AE528B30D42}"/>
          </ac:picMkLst>
        </pc:picChg>
      </pc:sldChg>
      <pc:sldChg chg="addSp add mod">
        <pc:chgData name="Gurjot Singh" userId="83e15f0a-3691-4b13-a248-ec4d83812968" providerId="ADAL" clId="{2CE4707E-236F-4159-A21A-B5D68036E123}" dt="2026-02-06T17:43:54.849" v="370" actId="22"/>
        <pc:sldMkLst>
          <pc:docMk/>
          <pc:sldMk cId="3101838852" sldId="315"/>
        </pc:sldMkLst>
        <pc:picChg chg="add">
          <ac:chgData name="Gurjot Singh" userId="83e15f0a-3691-4b13-a248-ec4d83812968" providerId="ADAL" clId="{2CE4707E-236F-4159-A21A-B5D68036E123}" dt="2026-02-06T17:43:54.849" v="370" actId="22"/>
          <ac:picMkLst>
            <pc:docMk/>
            <pc:sldMk cId="3101838852" sldId="315"/>
            <ac:picMk id="4" creationId="{8474B970-48D1-7296-81D4-C97E7F312273}"/>
          </ac:picMkLst>
        </pc:picChg>
      </pc:sldChg>
      <pc:sldChg chg="add del">
        <pc:chgData name="Gurjot Singh" userId="83e15f0a-3691-4b13-a248-ec4d83812968" providerId="ADAL" clId="{2CE4707E-236F-4159-A21A-B5D68036E123}" dt="2026-02-06T19:16:25.241" v="489" actId="47"/>
        <pc:sldMkLst>
          <pc:docMk/>
          <pc:sldMk cId="1493249330" sldId="316"/>
        </pc:sldMkLst>
      </pc:sldChg>
      <pc:sldChg chg="addSp add mod">
        <pc:chgData name="Gurjot Singh" userId="83e15f0a-3691-4b13-a248-ec4d83812968" providerId="ADAL" clId="{2CE4707E-236F-4159-A21A-B5D68036E123}" dt="2026-02-06T18:02:58.906" v="401" actId="22"/>
        <pc:sldMkLst>
          <pc:docMk/>
          <pc:sldMk cId="521880817" sldId="317"/>
        </pc:sldMkLst>
        <pc:picChg chg="add">
          <ac:chgData name="Gurjot Singh" userId="83e15f0a-3691-4b13-a248-ec4d83812968" providerId="ADAL" clId="{2CE4707E-236F-4159-A21A-B5D68036E123}" dt="2026-02-06T18:02:58.906" v="401" actId="22"/>
          <ac:picMkLst>
            <pc:docMk/>
            <pc:sldMk cId="521880817" sldId="317"/>
            <ac:picMk id="4" creationId="{69DBEDEB-256E-8927-DFAA-9B72938144B3}"/>
          </ac:picMkLst>
        </pc:picChg>
      </pc:sldChg>
      <pc:sldChg chg="add del">
        <pc:chgData name="Gurjot Singh" userId="83e15f0a-3691-4b13-a248-ec4d83812968" providerId="ADAL" clId="{2CE4707E-236F-4159-A21A-B5D68036E123}" dt="2026-02-06T19:20:08.512" v="532" actId="47"/>
        <pc:sldMkLst>
          <pc:docMk/>
          <pc:sldMk cId="1836148485" sldId="318"/>
        </pc:sldMkLst>
      </pc:sldChg>
      <pc:sldChg chg="modSp add mod ord">
        <pc:chgData name="Gurjot Singh" userId="83e15f0a-3691-4b13-a248-ec4d83812968" providerId="ADAL" clId="{2CE4707E-236F-4159-A21A-B5D68036E123}" dt="2026-02-06T17:50:32.411" v="400" actId="20577"/>
        <pc:sldMkLst>
          <pc:docMk/>
          <pc:sldMk cId="3255285289" sldId="319"/>
        </pc:sldMkLst>
        <pc:spChg chg="mod">
          <ac:chgData name="Gurjot Singh" userId="83e15f0a-3691-4b13-a248-ec4d83812968" providerId="ADAL" clId="{2CE4707E-236F-4159-A21A-B5D68036E123}" dt="2026-02-06T17:50:32.411" v="400" actId="20577"/>
          <ac:spMkLst>
            <pc:docMk/>
            <pc:sldMk cId="3255285289" sldId="319"/>
            <ac:spMk id="374" creationId="{E24BB1C5-E112-986A-B272-B04AD7E46092}"/>
          </ac:spMkLst>
        </pc:spChg>
        <pc:spChg chg="mod">
          <ac:chgData name="Gurjot Singh" userId="83e15f0a-3691-4b13-a248-ec4d83812968" providerId="ADAL" clId="{2CE4707E-236F-4159-A21A-B5D68036E123}" dt="2026-02-06T17:50:06.242" v="375" actId="20577"/>
          <ac:spMkLst>
            <pc:docMk/>
            <pc:sldMk cId="3255285289" sldId="319"/>
            <ac:spMk id="375" creationId="{68E70756-2874-4024-0B20-F068A60C8011}"/>
          </ac:spMkLst>
        </pc:spChg>
      </pc:sldChg>
      <pc:sldChg chg="modSp add mod ord">
        <pc:chgData name="Gurjot Singh" userId="83e15f0a-3691-4b13-a248-ec4d83812968" providerId="ADAL" clId="{2CE4707E-236F-4159-A21A-B5D68036E123}" dt="2026-02-06T18:03:32.545" v="413" actId="20577"/>
        <pc:sldMkLst>
          <pc:docMk/>
          <pc:sldMk cId="562662717" sldId="320"/>
        </pc:sldMkLst>
        <pc:spChg chg="mod">
          <ac:chgData name="Gurjot Singh" userId="83e15f0a-3691-4b13-a248-ec4d83812968" providerId="ADAL" clId="{2CE4707E-236F-4159-A21A-B5D68036E123}" dt="2026-02-06T18:03:08.875" v="409" actId="20577"/>
          <ac:spMkLst>
            <pc:docMk/>
            <pc:sldMk cId="562662717" sldId="320"/>
            <ac:spMk id="374" creationId="{B1F6CFEC-A9A9-151F-7B65-DDD3EB673849}"/>
          </ac:spMkLst>
        </pc:spChg>
        <pc:spChg chg="mod">
          <ac:chgData name="Gurjot Singh" userId="83e15f0a-3691-4b13-a248-ec4d83812968" providerId="ADAL" clId="{2CE4707E-236F-4159-A21A-B5D68036E123}" dt="2026-02-06T18:03:32.545" v="413" actId="20577"/>
          <ac:spMkLst>
            <pc:docMk/>
            <pc:sldMk cId="562662717" sldId="320"/>
            <ac:spMk id="375" creationId="{E6359C15-49C9-6132-F519-18F018939DFF}"/>
          </ac:spMkLst>
        </pc:spChg>
      </pc:sldChg>
      <pc:sldChg chg="addSp delSp modSp add mod ord">
        <pc:chgData name="Gurjot Singh" userId="83e15f0a-3691-4b13-a248-ec4d83812968" providerId="ADAL" clId="{2CE4707E-236F-4159-A21A-B5D68036E123}" dt="2026-02-06T19:12:03.806" v="462"/>
        <pc:sldMkLst>
          <pc:docMk/>
          <pc:sldMk cId="3649719791" sldId="321"/>
        </pc:sldMkLst>
        <pc:spChg chg="mod">
          <ac:chgData name="Gurjot Singh" userId="83e15f0a-3691-4b13-a248-ec4d83812968" providerId="ADAL" clId="{2CE4707E-236F-4159-A21A-B5D68036E123}" dt="2026-02-06T19:10:39.370" v="435"/>
          <ac:spMkLst>
            <pc:docMk/>
            <pc:sldMk cId="3649719791" sldId="321"/>
            <ac:spMk id="2" creationId="{1AFCCAAE-83EF-C722-2C05-B4A0B5E0870A}"/>
          </ac:spMkLst>
        </pc:spChg>
        <pc:spChg chg="mod">
          <ac:chgData name="Gurjot Singh" userId="83e15f0a-3691-4b13-a248-ec4d83812968" providerId="ADAL" clId="{2CE4707E-236F-4159-A21A-B5D68036E123}" dt="2026-02-06T19:08:40" v="426" actId="20577"/>
          <ac:spMkLst>
            <pc:docMk/>
            <pc:sldMk cId="3649719791" sldId="321"/>
            <ac:spMk id="3" creationId="{E6D3A5A8-6CA4-1766-E834-0DF31FF5214F}"/>
          </ac:spMkLst>
        </pc:spChg>
        <pc:spChg chg="del mod">
          <ac:chgData name="Gurjot Singh" userId="83e15f0a-3691-4b13-a248-ec4d83812968" providerId="ADAL" clId="{2CE4707E-236F-4159-A21A-B5D68036E123}" dt="2026-02-06T19:12:03.806" v="462"/>
          <ac:spMkLst>
            <pc:docMk/>
            <pc:sldMk cId="3649719791" sldId="321"/>
            <ac:spMk id="5" creationId="{E29943F4-05E2-0CB9-D23F-EDA4E5F3176E}"/>
          </ac:spMkLst>
        </pc:spChg>
        <pc:picChg chg="del">
          <ac:chgData name="Gurjot Singh" userId="83e15f0a-3691-4b13-a248-ec4d83812968" providerId="ADAL" clId="{2CE4707E-236F-4159-A21A-B5D68036E123}" dt="2026-02-06T19:09:04.755" v="428" actId="478"/>
          <ac:picMkLst>
            <pc:docMk/>
            <pc:sldMk cId="3649719791" sldId="321"/>
            <ac:picMk id="4" creationId="{633AF839-F77C-289F-99AB-301BFDA38ED8}"/>
          </ac:picMkLst>
        </pc:picChg>
        <pc:picChg chg="add">
          <ac:chgData name="Gurjot Singh" userId="83e15f0a-3691-4b13-a248-ec4d83812968" providerId="ADAL" clId="{2CE4707E-236F-4159-A21A-B5D68036E123}" dt="2026-02-06T19:09:03.675" v="427"/>
          <ac:picMkLst>
            <pc:docMk/>
            <pc:sldMk cId="3649719791" sldId="321"/>
            <ac:picMk id="4098" creationId="{72C5CA1F-9D23-5503-0660-F49E3C4E3B57}"/>
          </ac:picMkLst>
        </pc:picChg>
        <pc:picChg chg="add mod">
          <ac:chgData name="Gurjot Singh" userId="83e15f0a-3691-4b13-a248-ec4d83812968" providerId="ADAL" clId="{2CE4707E-236F-4159-A21A-B5D68036E123}" dt="2026-02-06T19:09:20.738" v="434" actId="1076"/>
          <ac:picMkLst>
            <pc:docMk/>
            <pc:sldMk cId="3649719791" sldId="321"/>
            <ac:picMk id="4100" creationId="{B9935033-A94A-34EC-292D-EE29CEFB9850}"/>
          </ac:picMkLst>
        </pc:picChg>
      </pc:sldChg>
      <pc:sldChg chg="addSp delSp modSp add mod">
        <pc:chgData name="Gurjot Singh" userId="83e15f0a-3691-4b13-a248-ec4d83812968" providerId="ADAL" clId="{2CE4707E-236F-4159-A21A-B5D68036E123}" dt="2026-02-06T19:12:28.752" v="472" actId="20577"/>
        <pc:sldMkLst>
          <pc:docMk/>
          <pc:sldMk cId="3139920957" sldId="322"/>
        </pc:sldMkLst>
        <pc:spChg chg="mod">
          <ac:chgData name="Gurjot Singh" userId="83e15f0a-3691-4b13-a248-ec4d83812968" providerId="ADAL" clId="{2CE4707E-236F-4159-A21A-B5D68036E123}" dt="2026-02-06T19:12:28.752" v="472" actId="20577"/>
          <ac:spMkLst>
            <pc:docMk/>
            <pc:sldMk cId="3139920957" sldId="322"/>
            <ac:spMk id="2" creationId="{AA1ACBA2-E2D3-9A42-760C-A154D790253F}"/>
          </ac:spMkLst>
        </pc:spChg>
        <pc:spChg chg="mod">
          <ac:chgData name="Gurjot Singh" userId="83e15f0a-3691-4b13-a248-ec4d83812968" providerId="ADAL" clId="{2CE4707E-236F-4159-A21A-B5D68036E123}" dt="2026-02-06T19:10:59.108" v="447" actId="20577"/>
          <ac:spMkLst>
            <pc:docMk/>
            <pc:sldMk cId="3139920957" sldId="322"/>
            <ac:spMk id="3" creationId="{09095008-425F-47CA-DC56-2666B30F243E}"/>
          </ac:spMkLst>
        </pc:spChg>
        <pc:spChg chg="del mod">
          <ac:chgData name="Gurjot Singh" userId="83e15f0a-3691-4b13-a248-ec4d83812968" providerId="ADAL" clId="{2CE4707E-236F-4159-A21A-B5D68036E123}" dt="2026-02-06T19:11:57.879" v="459"/>
          <ac:spMkLst>
            <pc:docMk/>
            <pc:sldMk cId="3139920957" sldId="322"/>
            <ac:spMk id="5" creationId="{D6AE6C11-BDC1-1783-17C8-B625FB32A151}"/>
          </ac:spMkLst>
        </pc:spChg>
        <pc:spChg chg="add mod">
          <ac:chgData name="Gurjot Singh" userId="83e15f0a-3691-4b13-a248-ec4d83812968" providerId="ADAL" clId="{2CE4707E-236F-4159-A21A-B5D68036E123}" dt="2026-02-06T19:11:44.086" v="454"/>
          <ac:spMkLst>
            <pc:docMk/>
            <pc:sldMk cId="3139920957" sldId="322"/>
            <ac:spMk id="6" creationId="{3D1FAD2A-258C-BFC1-7B06-068E20C38F4D}"/>
          </ac:spMkLst>
        </pc:spChg>
        <pc:picChg chg="del">
          <ac:chgData name="Gurjot Singh" userId="83e15f0a-3691-4b13-a248-ec4d83812968" providerId="ADAL" clId="{2CE4707E-236F-4159-A21A-B5D68036E123}" dt="2026-02-06T19:11:21.582" v="448" actId="478"/>
          <ac:picMkLst>
            <pc:docMk/>
            <pc:sldMk cId="3139920957" sldId="322"/>
            <ac:picMk id="4" creationId="{11F70C4F-1780-5702-60E6-1FA5BEA2D792}"/>
          </ac:picMkLst>
        </pc:picChg>
        <pc:picChg chg="add mod">
          <ac:chgData name="Gurjot Singh" userId="83e15f0a-3691-4b13-a248-ec4d83812968" providerId="ADAL" clId="{2CE4707E-236F-4159-A21A-B5D68036E123}" dt="2026-02-06T19:11:46.389" v="456" actId="1076"/>
          <ac:picMkLst>
            <pc:docMk/>
            <pc:sldMk cId="3139920957" sldId="322"/>
            <ac:picMk id="5122" creationId="{E1949D1E-67D8-2342-7651-838E11BE42D5}"/>
          </ac:picMkLst>
        </pc:picChg>
      </pc:sldChg>
      <pc:sldChg chg="addSp delSp modSp add mod">
        <pc:chgData name="Gurjot Singh" userId="83e15f0a-3691-4b13-a248-ec4d83812968" providerId="ADAL" clId="{2CE4707E-236F-4159-A21A-B5D68036E123}" dt="2026-02-06T19:15:53.025" v="488" actId="113"/>
        <pc:sldMkLst>
          <pc:docMk/>
          <pc:sldMk cId="722480246" sldId="323"/>
        </pc:sldMkLst>
        <pc:spChg chg="mod">
          <ac:chgData name="Gurjot Singh" userId="83e15f0a-3691-4b13-a248-ec4d83812968" providerId="ADAL" clId="{2CE4707E-236F-4159-A21A-B5D68036E123}" dt="2026-02-06T19:15:53.025" v="488" actId="113"/>
          <ac:spMkLst>
            <pc:docMk/>
            <pc:sldMk cId="722480246" sldId="323"/>
            <ac:spMk id="2" creationId="{6E03C9C0-13C0-E067-93F5-C5D143E44CCA}"/>
          </ac:spMkLst>
        </pc:spChg>
        <pc:spChg chg="mod">
          <ac:chgData name="Gurjot Singh" userId="83e15f0a-3691-4b13-a248-ec4d83812968" providerId="ADAL" clId="{2CE4707E-236F-4159-A21A-B5D68036E123}" dt="2026-02-06T19:14:47.912" v="483" actId="14100"/>
          <ac:spMkLst>
            <pc:docMk/>
            <pc:sldMk cId="722480246" sldId="323"/>
            <ac:spMk id="3" creationId="{7E05E366-2609-B602-C9D1-6DC106AB0A72}"/>
          </ac:spMkLst>
        </pc:spChg>
        <pc:spChg chg="del mod">
          <ac:chgData name="Gurjot Singh" userId="83e15f0a-3691-4b13-a248-ec4d83812968" providerId="ADAL" clId="{2CE4707E-236F-4159-A21A-B5D68036E123}" dt="2026-02-06T19:12:18.652" v="468"/>
          <ac:spMkLst>
            <pc:docMk/>
            <pc:sldMk cId="722480246" sldId="323"/>
            <ac:spMk id="5" creationId="{F118958F-CAE4-B531-50AB-DF5CE19C88DA}"/>
          </ac:spMkLst>
        </pc:spChg>
        <pc:spChg chg="add">
          <ac:chgData name="Gurjot Singh" userId="83e15f0a-3691-4b13-a248-ec4d83812968" providerId="ADAL" clId="{2CE4707E-236F-4159-A21A-B5D68036E123}" dt="2026-02-06T19:15:35.399" v="484"/>
          <ac:spMkLst>
            <pc:docMk/>
            <pc:sldMk cId="722480246" sldId="323"/>
            <ac:spMk id="6" creationId="{656B9410-2507-CD63-60A0-530CD3AB756A}"/>
          </ac:spMkLst>
        </pc:spChg>
        <pc:picChg chg="del">
          <ac:chgData name="Gurjot Singh" userId="83e15f0a-3691-4b13-a248-ec4d83812968" providerId="ADAL" clId="{2CE4707E-236F-4159-A21A-B5D68036E123}" dt="2026-02-06T19:12:44.114" v="474" actId="478"/>
          <ac:picMkLst>
            <pc:docMk/>
            <pc:sldMk cId="722480246" sldId="323"/>
            <ac:picMk id="4" creationId="{015F0E88-41B3-43A2-5C80-D5AA2940D627}"/>
          </ac:picMkLst>
        </pc:picChg>
        <pc:picChg chg="add mod">
          <ac:chgData name="Gurjot Singh" userId="83e15f0a-3691-4b13-a248-ec4d83812968" providerId="ADAL" clId="{2CE4707E-236F-4159-A21A-B5D68036E123}" dt="2026-02-06T19:14:41.909" v="482" actId="1076"/>
          <ac:picMkLst>
            <pc:docMk/>
            <pc:sldMk cId="722480246" sldId="323"/>
            <ac:picMk id="6146" creationId="{65DB94C2-6076-8C83-DCB5-21332A6B2CDB}"/>
          </ac:picMkLst>
        </pc:picChg>
      </pc:sldChg>
      <pc:sldChg chg="addSp new mod">
        <pc:chgData name="Gurjot Singh" userId="83e15f0a-3691-4b13-a248-ec4d83812968" providerId="ADAL" clId="{2CE4707E-236F-4159-A21A-B5D68036E123}" dt="2026-02-06T19:17:07.038" v="493" actId="22"/>
        <pc:sldMkLst>
          <pc:docMk/>
          <pc:sldMk cId="2979548599" sldId="324"/>
        </pc:sldMkLst>
        <pc:picChg chg="add">
          <ac:chgData name="Gurjot Singh" userId="83e15f0a-3691-4b13-a248-ec4d83812968" providerId="ADAL" clId="{2CE4707E-236F-4159-A21A-B5D68036E123}" dt="2026-02-06T19:17:07.038" v="493" actId="22"/>
          <ac:picMkLst>
            <pc:docMk/>
            <pc:sldMk cId="2979548599" sldId="324"/>
            <ac:picMk id="3" creationId="{1C62A536-69C3-BF84-9484-4FEC8752768A}"/>
          </ac:picMkLst>
        </pc:picChg>
      </pc:sldChg>
      <pc:sldChg chg="new del">
        <pc:chgData name="Gurjot Singh" userId="83e15f0a-3691-4b13-a248-ec4d83812968" providerId="ADAL" clId="{2CE4707E-236F-4159-A21A-B5D68036E123}" dt="2026-02-06T19:16:59.613" v="491" actId="680"/>
        <pc:sldMkLst>
          <pc:docMk/>
          <pc:sldMk cId="3983883389" sldId="324"/>
        </pc:sldMkLst>
      </pc:sldChg>
      <pc:sldChg chg="modSp add mod ord">
        <pc:chgData name="Gurjot Singh" userId="83e15f0a-3691-4b13-a248-ec4d83812968" providerId="ADAL" clId="{2CE4707E-236F-4159-A21A-B5D68036E123}" dt="2026-02-06T19:19:46.103" v="531" actId="20577"/>
        <pc:sldMkLst>
          <pc:docMk/>
          <pc:sldMk cId="2901850179" sldId="325"/>
        </pc:sldMkLst>
        <pc:spChg chg="mod">
          <ac:chgData name="Gurjot Singh" userId="83e15f0a-3691-4b13-a248-ec4d83812968" providerId="ADAL" clId="{2CE4707E-236F-4159-A21A-B5D68036E123}" dt="2026-02-06T19:19:46.103" v="531" actId="20577"/>
          <ac:spMkLst>
            <pc:docMk/>
            <pc:sldMk cId="2901850179" sldId="325"/>
            <ac:spMk id="374" creationId="{D4E5F6FB-409F-2028-6985-42B9D7C06D42}"/>
          </ac:spMkLst>
        </pc:spChg>
        <pc:spChg chg="mod">
          <ac:chgData name="Gurjot Singh" userId="83e15f0a-3691-4b13-a248-ec4d83812968" providerId="ADAL" clId="{2CE4707E-236F-4159-A21A-B5D68036E123}" dt="2026-02-06T19:18:06.778" v="502" actId="20577"/>
          <ac:spMkLst>
            <pc:docMk/>
            <pc:sldMk cId="2901850179" sldId="325"/>
            <ac:spMk id="375" creationId="{4F1A86A4-1D28-DC5C-BD33-8EBBEAFCA730}"/>
          </ac:spMkLst>
        </pc:spChg>
      </pc:sldChg>
      <pc:sldMasterChg chg="delSldLayout">
        <pc:chgData name="Gurjot Singh" userId="83e15f0a-3691-4b13-a248-ec4d83812968" providerId="ADAL" clId="{2CE4707E-236F-4159-A21A-B5D68036E123}" dt="2026-02-06T19:23:36.956" v="596" actId="47"/>
        <pc:sldMasterMkLst>
          <pc:docMk/>
          <pc:sldMasterMk cId="0" sldId="2147483672"/>
        </pc:sldMasterMkLst>
        <pc:sldLayoutChg chg="del">
          <pc:chgData name="Gurjot Singh" userId="83e15f0a-3691-4b13-a248-ec4d83812968" providerId="ADAL" clId="{2CE4707E-236F-4159-A21A-B5D68036E123}" dt="2026-02-06T19:23:18.335" v="581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Gurjot Singh" userId="83e15f0a-3691-4b13-a248-ec4d83812968" providerId="ADAL" clId="{2CE4707E-236F-4159-A21A-B5D68036E123}" dt="2026-02-06T19:23:11.504" v="577" actId="47"/>
          <pc:sldLayoutMkLst>
            <pc:docMk/>
            <pc:sldMasterMk cId="0" sldId="2147483672"/>
            <pc:sldLayoutMk cId="0" sldId="2147483654"/>
          </pc:sldLayoutMkLst>
        </pc:sldLayoutChg>
        <pc:sldLayoutChg chg="del">
          <pc:chgData name="Gurjot Singh" userId="83e15f0a-3691-4b13-a248-ec4d83812968" providerId="ADAL" clId="{2CE4707E-236F-4159-A21A-B5D68036E123}" dt="2026-02-06T19:23:36.956" v="596" actId="47"/>
          <pc:sldLayoutMkLst>
            <pc:docMk/>
            <pc:sldMasterMk cId="0" sldId="2147483672"/>
            <pc:sldLayoutMk cId="0" sldId="2147483655"/>
          </pc:sldLayoutMkLst>
        </pc:sldLayoutChg>
        <pc:sldLayoutChg chg="del">
          <pc:chgData name="Gurjot Singh" userId="83e15f0a-3691-4b13-a248-ec4d83812968" providerId="ADAL" clId="{2CE4707E-236F-4159-A21A-B5D68036E123}" dt="2026-02-06T19:23:27.798" v="587" actId="47"/>
          <pc:sldLayoutMkLst>
            <pc:docMk/>
            <pc:sldMasterMk cId="0" sldId="2147483672"/>
            <pc:sldLayoutMk cId="0" sldId="2147483656"/>
          </pc:sldLayoutMkLst>
        </pc:sldLayoutChg>
        <pc:sldLayoutChg chg="del">
          <pc:chgData name="Gurjot Singh" userId="83e15f0a-3691-4b13-a248-ec4d83812968" providerId="ADAL" clId="{2CE4707E-236F-4159-A21A-B5D68036E123}" dt="2026-02-06T19:23:22.557" v="584" actId="47"/>
          <pc:sldLayoutMkLst>
            <pc:docMk/>
            <pc:sldMasterMk cId="0" sldId="2147483672"/>
            <pc:sldLayoutMk cId="0" sldId="2147483657"/>
          </pc:sldLayoutMkLst>
        </pc:sldLayoutChg>
        <pc:sldLayoutChg chg="del">
          <pc:chgData name="Gurjot Singh" userId="83e15f0a-3691-4b13-a248-ec4d83812968" providerId="ADAL" clId="{2CE4707E-236F-4159-A21A-B5D68036E123}" dt="2026-02-06T19:23:31.137" v="590" actId="47"/>
          <pc:sldLayoutMkLst>
            <pc:docMk/>
            <pc:sldMasterMk cId="0" sldId="2147483672"/>
            <pc:sldLayoutMk cId="0" sldId="2147483658"/>
          </pc:sldLayoutMkLst>
        </pc:sldLayoutChg>
        <pc:sldLayoutChg chg="del">
          <pc:chgData name="Gurjot Singh" userId="83e15f0a-3691-4b13-a248-ec4d83812968" providerId="ADAL" clId="{2CE4707E-236F-4159-A21A-B5D68036E123}" dt="2026-02-06T19:23:31.879" v="591" actId="47"/>
          <pc:sldLayoutMkLst>
            <pc:docMk/>
            <pc:sldMasterMk cId="0" sldId="2147483672"/>
            <pc:sldLayoutMk cId="0" sldId="2147483660"/>
          </pc:sldLayoutMkLst>
        </pc:sldLayoutChg>
        <pc:sldLayoutChg chg="del">
          <pc:chgData name="Gurjot Singh" userId="83e15f0a-3691-4b13-a248-ec4d83812968" providerId="ADAL" clId="{2CE4707E-236F-4159-A21A-B5D68036E123}" dt="2026-02-06T19:23:35.008" v="594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Gurjot Singh" userId="83e15f0a-3691-4b13-a248-ec4d83812968" providerId="ADAL" clId="{2CE4707E-236F-4159-A21A-B5D68036E123}" dt="2026-02-06T19:23:15.653" v="579" actId="47"/>
          <pc:sldLayoutMkLst>
            <pc:docMk/>
            <pc:sldMasterMk cId="0" sldId="2147483672"/>
            <pc:sldLayoutMk cId="0" sldId="2147483663"/>
          </pc:sldLayoutMkLst>
        </pc:sldLayoutChg>
        <pc:sldLayoutChg chg="del">
          <pc:chgData name="Gurjot Singh" userId="83e15f0a-3691-4b13-a248-ec4d83812968" providerId="ADAL" clId="{2CE4707E-236F-4159-A21A-B5D68036E123}" dt="2026-02-06T19:23:14.009" v="578" actId="47"/>
          <pc:sldLayoutMkLst>
            <pc:docMk/>
            <pc:sldMasterMk cId="0" sldId="2147483672"/>
            <pc:sldLayoutMk cId="0" sldId="2147483664"/>
          </pc:sldLayoutMkLst>
        </pc:sldLayoutChg>
        <pc:sldLayoutChg chg="del">
          <pc:chgData name="Gurjot Singh" userId="83e15f0a-3691-4b13-a248-ec4d83812968" providerId="ADAL" clId="{2CE4707E-236F-4159-A21A-B5D68036E123}" dt="2026-02-06T19:23:35.941" v="595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Gurjot Singh" userId="83e15f0a-3691-4b13-a248-ec4d83812968" providerId="ADAL" clId="{2CE4707E-236F-4159-A21A-B5D68036E123}" dt="2026-02-06T19:23:21.597" v="583" actId="47"/>
          <pc:sldLayoutMkLst>
            <pc:docMk/>
            <pc:sldMasterMk cId="0" sldId="2147483672"/>
            <pc:sldLayoutMk cId="0" sldId="2147483666"/>
          </pc:sldLayoutMkLst>
        </pc:sldLayoutChg>
        <pc:sldLayoutChg chg="del">
          <pc:chgData name="Gurjot Singh" userId="83e15f0a-3691-4b13-a248-ec4d83812968" providerId="ADAL" clId="{2CE4707E-236F-4159-A21A-B5D68036E123}" dt="2026-02-06T19:22:35.143" v="557" actId="47"/>
          <pc:sldLayoutMkLst>
            <pc:docMk/>
            <pc:sldMasterMk cId="0" sldId="2147483672"/>
            <pc:sldLayoutMk cId="0" sldId="2147483667"/>
          </pc:sldLayoutMkLst>
        </pc:sldLayoutChg>
        <pc:sldLayoutChg chg="del">
          <pc:chgData name="Gurjot Singh" userId="83e15f0a-3691-4b13-a248-ec4d83812968" providerId="ADAL" clId="{2CE4707E-236F-4159-A21A-B5D68036E123}" dt="2026-02-06T19:23:25.225" v="585" actId="47"/>
          <pc:sldLayoutMkLst>
            <pc:docMk/>
            <pc:sldMasterMk cId="0" sldId="2147483672"/>
            <pc:sldLayoutMk cId="0" sldId="2147483668"/>
          </pc:sldLayoutMkLst>
        </pc:sldLayoutChg>
        <pc:sldLayoutChg chg="del">
          <pc:chgData name="Gurjot Singh" userId="83e15f0a-3691-4b13-a248-ec4d83812968" providerId="ADAL" clId="{2CE4707E-236F-4159-A21A-B5D68036E123}" dt="2026-02-06T19:23:28.820" v="588" actId="47"/>
          <pc:sldLayoutMkLst>
            <pc:docMk/>
            <pc:sldMasterMk cId="0" sldId="2147483672"/>
            <pc:sldLayoutMk cId="0" sldId="2147483669"/>
          </pc:sldLayoutMkLst>
        </pc:sldLayoutChg>
        <pc:sldLayoutChg chg="del">
          <pc:chgData name="Gurjot Singh" userId="83e15f0a-3691-4b13-a248-ec4d83812968" providerId="ADAL" clId="{2CE4707E-236F-4159-A21A-B5D68036E123}" dt="2026-02-06T19:23:33.273" v="592" actId="47"/>
          <pc:sldLayoutMkLst>
            <pc:docMk/>
            <pc:sldMasterMk cId="0" sldId="2147483672"/>
            <pc:sldLayoutMk cId="0" sldId="2147483670"/>
          </pc:sldLayoutMkLst>
        </pc:sldLayoutChg>
      </pc:sldMasterChg>
      <pc:sldMasterChg chg="del delSldLayout">
        <pc:chgData name="Gurjot Singh" userId="83e15f0a-3691-4b13-a248-ec4d83812968" providerId="ADAL" clId="{2CE4707E-236F-4159-A21A-B5D68036E123}" dt="2026-02-06T19:23:06.575" v="574" actId="47"/>
        <pc:sldMasterMkLst>
          <pc:docMk/>
          <pc:sldMasterMk cId="0" sldId="2147483673"/>
        </pc:sldMasterMkLst>
        <pc:sldLayoutChg chg="del">
          <pc:chgData name="Gurjot Singh" userId="83e15f0a-3691-4b13-a248-ec4d83812968" providerId="ADAL" clId="{2CE4707E-236F-4159-A21A-B5D68036E123}" dt="2026-02-06T19:23:06.575" v="574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b872573b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b872573b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8A6FB25C-60AF-DDA1-7046-113F067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E8BD0CEC-21ED-E243-5728-4BE00324A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C4C95980-5E19-6A9B-90D8-FD3D056AA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61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950D4697-0EE8-F85E-5947-E588D611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35566512-7600-7C88-0EDA-EC5177E38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C7527295-603A-891B-588A-A55DDF6E5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419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49DF4668-9574-D10F-8D55-943F0DB2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71C54D01-E90A-57C3-D360-7A78D94D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0C2484B9-BC5F-9EA9-4D30-D66B26727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30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BEA9CF2A-B976-059C-B202-B3A5896A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32114DEC-B41C-5DB0-9475-2DCBDF016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6E9495EE-9B44-BE10-DBF9-422BDD085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511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9" r:id="rId6"/>
    <p:sldLayoutId id="214748366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4" y="1369045"/>
            <a:ext cx="8319237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sz="5400" dirty="0"/>
              <a:t>Project Foundations &amp; Environment Setup</a:t>
            </a:r>
            <a:endParaRPr sz="54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Building and Deploying a Full-Stack MERN App on Azure by Gurjot Singh</a:t>
            </a:r>
            <a:endParaRPr lang="en-US" sz="2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Node.js: Understanding the Complexities of JavaScript's Powerful Ecosystem  | by Mack Oyler | Medium">
            <a:extLst>
              <a:ext uri="{FF2B5EF4-FFF2-40B4-BE49-F238E27FC236}">
                <a16:creationId xmlns:a16="http://schemas.microsoft.com/office/drawing/2014/main" id="{57A6D0DB-01D6-8B5A-237A-E3BB803D9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88" y="317274"/>
            <a:ext cx="1841939" cy="138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A1736F6-D94B-A75E-9008-D671E94E6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476" y="94389"/>
            <a:ext cx="2035277" cy="144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Understanding Git: A Comprehensive Guide to Version Control | by Kishan A |  Medium">
            <a:extLst>
              <a:ext uri="{FF2B5EF4-FFF2-40B4-BE49-F238E27FC236}">
                <a16:creationId xmlns:a16="http://schemas.microsoft.com/office/drawing/2014/main" id="{A8E807AD-9A84-76E2-6F1F-89B5CB0AF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98" y="317274"/>
            <a:ext cx="2454131" cy="144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What is Git Bash | Download a Terminal for Windows">
            <a:extLst>
              <a:ext uri="{FF2B5EF4-FFF2-40B4-BE49-F238E27FC236}">
                <a16:creationId xmlns:a16="http://schemas.microsoft.com/office/drawing/2014/main" id="{DD62A1D3-7CA6-5DAC-C756-C650A518D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34" y="2030231"/>
            <a:ext cx="2350442" cy="12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isual Studio Code full logo transparent PNG - StickPNG">
            <a:extLst>
              <a:ext uri="{FF2B5EF4-FFF2-40B4-BE49-F238E27FC236}">
                <a16:creationId xmlns:a16="http://schemas.microsoft.com/office/drawing/2014/main" id="{A5155443-606F-C898-2493-1877B83E5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379" y="3378918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212137-876E-FBA3-AEBB-A0FF28D920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488" y="3612004"/>
            <a:ext cx="2600878" cy="1300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4687D8-AEE6-E325-58DA-811F4D15B1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6822" y="2472823"/>
            <a:ext cx="1850356" cy="185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3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48" name="Google Shape;348;p29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01</a:t>
            </a:r>
            <a:endParaRPr sz="3500" b="1"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Recap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0" name="Google Shape;350;p29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03</a:t>
            </a:r>
            <a:endParaRPr sz="3500" b="1"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Backend APIs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MongoDB Atlas</a:t>
            </a:r>
            <a:endParaRPr dirty="0"/>
          </a:p>
        </p:txBody>
      </p:sp>
      <p:sp>
        <p:nvSpPr>
          <p:cNvPr id="354" name="Google Shape;354;p29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Backend Testing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42144-5C15-6AAD-508A-6B84549F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1EB496-48D5-389E-3966-AE8773660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us run JavaScript on the server instead of the browser</a:t>
            </a:r>
          </a:p>
          <a:p>
            <a:r>
              <a:rPr lang="en-US" dirty="0"/>
              <a:t>Used in our app to start the backend server and handle requests</a:t>
            </a:r>
          </a:p>
          <a:p>
            <a:r>
              <a:rPr lang="en-US" dirty="0"/>
              <a:t>Allows the backend to talk to the database and APIs efficiently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B81ACD-CC46-F7D6-B289-CC70CBED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NodeJS</a:t>
            </a:r>
          </a:p>
        </p:txBody>
      </p:sp>
      <p:pic>
        <p:nvPicPr>
          <p:cNvPr id="4" name="Picture 4" descr="Node.js: Understanding the Complexities of JavaScript's Powerful Ecosystem  | by Mack Oyler | Medium">
            <a:extLst>
              <a:ext uri="{FF2B5EF4-FFF2-40B4-BE49-F238E27FC236}">
                <a16:creationId xmlns:a16="http://schemas.microsoft.com/office/drawing/2014/main" id="{ADC3B138-76F9-4FD6-D1E7-6AA58DF4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623" y="926695"/>
            <a:ext cx="4383766" cy="329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978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1C6013-0450-3893-C52E-FB713250C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framework built on Node.js to create our backend easily</a:t>
            </a:r>
          </a:p>
          <a:p>
            <a:r>
              <a:rPr lang="en-US" dirty="0"/>
              <a:t>Used in our app to define routes like /health and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todos</a:t>
            </a:r>
            <a:endParaRPr lang="en-US" dirty="0"/>
          </a:p>
          <a:p>
            <a:r>
              <a:rPr lang="en-US" dirty="0"/>
              <a:t>Helps us handle requests, send responses, and keep code organized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0398BE-C9DB-FB8F-C83D-25377CA2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ExpressJs</a:t>
            </a:r>
            <a:endParaRPr lang="en-CA" dirty="0"/>
          </a:p>
        </p:txBody>
      </p:sp>
      <p:pic>
        <p:nvPicPr>
          <p:cNvPr id="1028" name="Picture 4" descr="Hire a Dedicated Express.JS Developers team at your flexibility.">
            <a:extLst>
              <a:ext uri="{FF2B5EF4-FFF2-40B4-BE49-F238E27FC236}">
                <a16:creationId xmlns:a16="http://schemas.microsoft.com/office/drawing/2014/main" id="{B1DA9641-F72B-B147-D02D-7ADBD61B6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872" y="595312"/>
            <a:ext cx="3952875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28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A59A-3EE0-E520-4A76-6F4D0533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3AA42-318C-E20F-2CC6-A41A02BF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standard way for the frontend to communicate with the backend</a:t>
            </a:r>
          </a:p>
          <a:p>
            <a:r>
              <a:rPr lang="en-US" dirty="0"/>
              <a:t>Use in our app to create, read, update, and delete </a:t>
            </a:r>
            <a:r>
              <a:rPr lang="en-US" dirty="0" err="1"/>
              <a:t>todos</a:t>
            </a:r>
            <a:endParaRPr lang="en-US" dirty="0"/>
          </a:p>
          <a:p>
            <a:r>
              <a:rPr lang="en-US" dirty="0"/>
              <a:t>Uses clear HTTP methods (GET, POST, PUT/PATCH, DELETE) so everyone knows what each API does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4E6557-DD3C-196B-1989-DA21BA8C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REST APIs</a:t>
            </a:r>
          </a:p>
        </p:txBody>
      </p:sp>
      <p:pic>
        <p:nvPicPr>
          <p:cNvPr id="3075" name="Picture 3" descr="REST API ·">
            <a:extLst>
              <a:ext uri="{FF2B5EF4-FFF2-40B4-BE49-F238E27FC236}">
                <a16:creationId xmlns:a16="http://schemas.microsoft.com/office/drawing/2014/main" id="{99F07F8F-AF15-7373-7AD2-59AD5AF85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71350"/>
            <a:ext cx="4268087" cy="240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78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6549F950-A61B-F571-83AE-CFA5F2ED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2B9004DD-3DD3-12BF-BD65-068942C5E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MongoDB Atlas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A66DACBD-5EF5-7E3F-9A54-AC0CF60911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9027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9D20C-B394-FC30-3935-92686D817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69"/>
            <a:ext cx="9144000" cy="501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5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4437-E5C9-7D7B-822A-432F4F81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D08C4-B20B-E25D-4386-60F095462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22"/>
            <a:ext cx="9144000" cy="502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3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8B02-0B74-1439-1C0F-0C1711C5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F022-FA33-4D45-0318-11CD2233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0A38E-F022-78DE-55AF-C3DA6853C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8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6CF89-0D8E-319B-C075-C9AA2092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0006-5292-4058-4179-AA0C8E5D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1D128-678F-4DC2-084C-B25A8E9D3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69"/>
            <a:ext cx="9144000" cy="501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7F99-4BAB-1BF7-45DB-5D520D36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B13F-1562-8C0B-5A9A-4D368707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DB3B4-ADC7-35F9-B685-1B88FE8C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87"/>
            <a:ext cx="9144000" cy="501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13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4016-E487-0D87-A058-F10EA84A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AD7D-F36A-1164-DF53-F83BF89D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CEA11-EA9B-1500-6A3C-9137028C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2"/>
            <a:ext cx="9144000" cy="498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8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EF661-8906-8FCB-6CDF-5267E9A4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3849-502E-2157-E5B3-5C0AAAD1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AE23B-8958-E00A-9E1B-4AE528B3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64"/>
            <a:ext cx="9144000" cy="4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42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48CFD-AF5C-E00B-7426-2901FB14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033B-43C3-3DD7-B839-E53544B4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4B970-48D1-7296-81D4-C97E7F31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38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1CC837-91C9-FE67-EEC7-B6039916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E24BB1C5-E112-986A-B272-B04AD7E460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Backend APIs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68E70756-2874-4024-0B20-F068A60C80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5285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602A-6C8A-6B0B-05CC-03F368EB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FCCAAE-83EF-C722-2C05-B4A0B5E08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 our backend </a:t>
            </a:r>
            <a:r>
              <a:rPr lang="en-US" b="1" dirty="0"/>
              <a:t>connect to MongoDB Atlas</a:t>
            </a:r>
            <a:r>
              <a:rPr lang="en-US" dirty="0"/>
              <a:t> easily</a:t>
            </a:r>
          </a:p>
          <a:p>
            <a:r>
              <a:rPr lang="en-US" dirty="0"/>
              <a:t>Lets us define a </a:t>
            </a:r>
            <a:r>
              <a:rPr lang="en-US" b="1" dirty="0"/>
              <a:t>Todo schema</a:t>
            </a:r>
            <a:r>
              <a:rPr lang="en-US" dirty="0"/>
              <a:t> (required title, default values, timestamps)</a:t>
            </a:r>
          </a:p>
          <a:p>
            <a:r>
              <a:rPr lang="en-US" dirty="0"/>
              <a:t>Makes database operations simple using methods like create, find, update, and delete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D3A5A8-6CA4-1766-E834-0DF31FF5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Mongoose</a:t>
            </a:r>
          </a:p>
        </p:txBody>
      </p:sp>
      <p:pic>
        <p:nvPicPr>
          <p:cNvPr id="4100" name="Picture 4" descr="Mongoose logo">
            <a:extLst>
              <a:ext uri="{FF2B5EF4-FFF2-40B4-BE49-F238E27FC236}">
                <a16:creationId xmlns:a16="http://schemas.microsoft.com/office/drawing/2014/main" id="{B9935033-A94A-34EC-292D-EE29CEFB9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120" y="1499179"/>
            <a:ext cx="4504561" cy="214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71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AE0F-010D-0B20-1BE0-1FEC187A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1ACBA2-E2D3-9A42-760C-A154D7902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Loads environment variables from the .env file into our app</a:t>
            </a:r>
          </a:p>
          <a:p>
            <a:r>
              <a:rPr lang="en-US" dirty="0"/>
              <a:t>Keeps secrets like database URLs out of the code</a:t>
            </a:r>
          </a:p>
          <a:p>
            <a:r>
              <a:rPr lang="en-US" dirty="0"/>
              <a:t>Makes it easy to use different settings for local and cloud environments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095008-425F-47CA-DC56-2666B30F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dotenv</a:t>
            </a:r>
            <a:endParaRPr lang="en-CA" dirty="0"/>
          </a:p>
        </p:txBody>
      </p:sp>
      <p:pic>
        <p:nvPicPr>
          <p:cNvPr id="5122" name="Picture 2" descr="GitHub - motdotla/dotenv: Loads environment variables from .env for nodejs  projects.">
            <a:extLst>
              <a:ext uri="{FF2B5EF4-FFF2-40B4-BE49-F238E27FC236}">
                <a16:creationId xmlns:a16="http://schemas.microsoft.com/office/drawing/2014/main" id="{E1949D1E-67D8-2342-7651-838E11BE4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802" y="978899"/>
            <a:ext cx="3512699" cy="351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920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4B94-2FF9-044E-E969-0CEDA35F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03C9C0-13C0-E067-93F5-C5D143E44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Model:</a:t>
            </a:r>
            <a:r>
              <a:rPr lang="en-US" dirty="0"/>
              <a:t> defines how our Todo data looks and its rules (Todo schema)</a:t>
            </a:r>
          </a:p>
          <a:p>
            <a:r>
              <a:rPr lang="en-US" b="1" dirty="0"/>
              <a:t>View:</a:t>
            </a:r>
            <a:r>
              <a:rPr lang="en-US" dirty="0"/>
              <a:t> in our case, this will be the frontend that talks to the APIs</a:t>
            </a:r>
          </a:p>
          <a:p>
            <a:r>
              <a:rPr lang="en-US" b="1" dirty="0"/>
              <a:t>Controller:</a:t>
            </a:r>
            <a:r>
              <a:rPr lang="en-US" dirty="0"/>
              <a:t> contains the logic for creating, reading, updating, and deleting </a:t>
            </a:r>
            <a:r>
              <a:rPr lang="en-US" dirty="0" err="1"/>
              <a:t>todos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05E366-2609-B602-C9D1-6DC106AB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36" y="1168325"/>
            <a:ext cx="4015989" cy="669000"/>
          </a:xfrm>
        </p:spPr>
        <p:txBody>
          <a:bodyPr/>
          <a:lstStyle/>
          <a:p>
            <a:r>
              <a:rPr lang="en-CA" dirty="0"/>
              <a:t>MVC Architecture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5DB94C2-6076-8C83-DCB5-21332A6B2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353" y="514350"/>
            <a:ext cx="4908549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480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5A51011C-0F24-1E48-6695-B42638DA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B1F6CFEC-A9A9-151F-7B65-DDD3EB6738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Backend Testing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E6359C15-49C9-6132-F519-18F018939DF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662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2A536-69C3-BF84-9484-4FEC8752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7" y="0"/>
            <a:ext cx="87677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8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0492-B533-B2F6-F984-9E25980C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029D8-1F70-8522-8432-E2F0C0B3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BEDEB-256E-8927-DFAA-9B729381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3" y="0"/>
            <a:ext cx="87503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80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3DDD7421-8EF6-FBBD-88BD-EB98FB9B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D4E5F6FB-409F-2028-6985-42B9D7C06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>
              <a:lnSpc>
                <a:spcPts val="4900"/>
              </a:lnSpc>
            </a:pPr>
            <a:r>
              <a:rPr lang="en-US" dirty="0"/>
              <a:t>Azure DevOps Parallelism Request Form??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4F1A86A4-1D28-DC5C-BD33-8EBBEAFCA7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1850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106202" y="1071509"/>
            <a:ext cx="5580258" cy="142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51DE1-AAFD-2510-9589-042148B6E1D6}"/>
              </a:ext>
            </a:extLst>
          </p:cNvPr>
          <p:cNvSpPr/>
          <p:nvPr/>
        </p:nvSpPr>
        <p:spPr>
          <a:xfrm>
            <a:off x="2358188" y="2894454"/>
            <a:ext cx="4214491" cy="136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9d3c75-5aa3-4287-bcc8-5da35a22b23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0D3D1E8C1914FAFB73A7ABB11F883" ma:contentTypeVersion="11" ma:contentTypeDescription="Create a new document." ma:contentTypeScope="" ma:versionID="8434837fb75860e887c3ae10c4d75a4b">
  <xsd:schema xmlns:xsd="http://www.w3.org/2001/XMLSchema" xmlns:xs="http://www.w3.org/2001/XMLSchema" xmlns:p="http://schemas.microsoft.com/office/2006/metadata/properties" xmlns:ns3="1a9d3c75-5aa3-4287-bcc8-5da35a22b234" targetNamespace="http://schemas.microsoft.com/office/2006/metadata/properties" ma:root="true" ma:fieldsID="972eb06b7db59eb6790a56bd45cecdd9" ns3:_="">
    <xsd:import namespace="1a9d3c75-5aa3-4287-bcc8-5da35a22b23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9d3c75-5aa3-4287-bcc8-5da35a22b23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D730E7-0C79-4753-8AE8-1D6DC74B2E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07E780-BE5A-4CD5-8A3D-2A684A797D66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a9d3c75-5aa3-4287-bcc8-5da35a22b234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21E57DD-40D3-4DC5-85CF-6AB2350CF6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9d3c75-5aa3-4287-bcc8-5da35a22b2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294</Words>
  <Application>Microsoft Office PowerPoint</Application>
  <PresentationFormat>On-screen Show (16:9)</PresentationFormat>
  <Paragraphs>46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Overpass Mono</vt:lpstr>
      <vt:lpstr>Arial</vt:lpstr>
      <vt:lpstr>Anaheim</vt:lpstr>
      <vt:lpstr>Raleway SemiBold</vt:lpstr>
      <vt:lpstr>Nunito Light</vt:lpstr>
      <vt:lpstr>Programming Lesson by Slidesgo</vt:lpstr>
      <vt:lpstr>Project Foundations &amp; Environment Setup</vt:lpstr>
      <vt:lpstr>PowerPoint Presentation</vt:lpstr>
      <vt:lpstr>Agenda</vt:lpstr>
      <vt:lpstr>Recap</vt:lpstr>
      <vt:lpstr>NodeJS</vt:lpstr>
      <vt:lpstr>ExpressJs</vt:lpstr>
      <vt:lpstr>REST APIs</vt:lpstr>
      <vt:lpstr>MongoDB 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Backend APIs</vt:lpstr>
      <vt:lpstr>Mongoose</vt:lpstr>
      <vt:lpstr>dotenv</vt:lpstr>
      <vt:lpstr>MVC Architecture</vt:lpstr>
      <vt:lpstr>Backend Testing</vt:lpstr>
      <vt:lpstr>PowerPoint Presentation</vt:lpstr>
      <vt:lpstr>PowerPoint Presentation</vt:lpstr>
      <vt:lpstr>Azure DevOps Parallelism Request Form??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Gurjot Singh</cp:lastModifiedBy>
  <cp:revision>1</cp:revision>
  <dcterms:modified xsi:type="dcterms:W3CDTF">2026-02-06T19:24:19Z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0x010100B770D3D1E8C1914FAFB73A7ABB11F883</vt:lpwstr>
  </property>
</Properties>
</file>