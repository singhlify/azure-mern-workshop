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4"/>
  </p:notesMasterIdLst>
  <p:sldIdLst>
    <p:sldId id="256" r:id="rId2"/>
    <p:sldId id="258" r:id="rId3"/>
    <p:sldId id="261" r:id="rId4"/>
    <p:sldId id="266" r:id="rId5"/>
    <p:sldId id="310" r:id="rId6"/>
    <p:sldId id="311" r:id="rId7"/>
    <p:sldId id="312" r:id="rId8"/>
    <p:sldId id="301" r:id="rId9"/>
    <p:sldId id="275" r:id="rId10"/>
    <p:sldId id="302" r:id="rId11"/>
    <p:sldId id="324" r:id="rId12"/>
    <p:sldId id="303" r:id="rId13"/>
    <p:sldId id="307" r:id="rId14"/>
    <p:sldId id="314" r:id="rId15"/>
    <p:sldId id="328" r:id="rId16"/>
    <p:sldId id="315" r:id="rId17"/>
    <p:sldId id="316" r:id="rId18"/>
    <p:sldId id="326" r:id="rId19"/>
    <p:sldId id="327" r:id="rId20"/>
    <p:sldId id="319" r:id="rId21"/>
    <p:sldId id="320" r:id="rId22"/>
    <p:sldId id="305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Overpass Mono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0446BF-340A-4BAD-9E0A-EDB6B5AF0C48}" v="139" dt="2026-02-27T17:46:30.049"/>
  </p1510:revLst>
</p1510:revInfo>
</file>

<file path=ppt/tableStyles.xml><?xml version="1.0" encoding="utf-8"?>
<a:tblStyleLst xmlns:a="http://schemas.openxmlformats.org/drawingml/2006/main" def="{F54F7A74-9A77-42D7-B592-B72458F304DA}">
  <a:tblStyle styleId="{F54F7A74-9A77-42D7-B592-B72458F304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4952BE-D362-41E0-9E16-85D1512846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jot Singh" userId="83e15f0a-3691-4b13-a248-ec4d83812968" providerId="ADAL" clId="{2CE4707E-236F-4159-A21A-B5D68036E123}"/>
    <pc:docChg chg="undo redo custSel addSld delSld modSld sldOrd delMainMaster">
      <pc:chgData name="Gurjot Singh" userId="83e15f0a-3691-4b13-a248-ec4d83812968" providerId="ADAL" clId="{2CE4707E-236F-4159-A21A-B5D68036E123}" dt="2026-02-27T21:03:12.854" v="1219" actId="22"/>
      <pc:docMkLst>
        <pc:docMk/>
      </pc:docMkLst>
      <pc:sldChg chg="modSp mod modNotes">
        <pc:chgData name="Gurjot Singh" userId="83e15f0a-3691-4b13-a248-ec4d83812968" providerId="ADAL" clId="{2CE4707E-236F-4159-A21A-B5D68036E123}" dt="2026-02-27T15:38:29.888" v="36" actId="255"/>
        <pc:sldMkLst>
          <pc:docMk/>
          <pc:sldMk cId="0" sldId="256"/>
        </pc:sldMkLst>
        <pc:spChg chg="mod">
          <ac:chgData name="Gurjot Singh" userId="83e15f0a-3691-4b13-a248-ec4d83812968" providerId="ADAL" clId="{2CE4707E-236F-4159-A21A-B5D68036E123}" dt="2026-02-27T15:38:29.888" v="36" actId="255"/>
          <ac:spMkLst>
            <pc:docMk/>
            <pc:sldMk cId="0" sldId="256"/>
            <ac:spMk id="334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5:37:41.994" v="20"/>
          <ac:spMkLst>
            <pc:docMk/>
            <pc:sldMk cId="0" sldId="256"/>
            <ac:spMk id="335" creationId="{00000000-0000-0000-0000-000000000000}"/>
          </ac:spMkLst>
        </pc:spChg>
      </pc:sldChg>
      <pc:sldChg chg="del">
        <pc:chgData name="Gurjot Singh" userId="83e15f0a-3691-4b13-a248-ec4d83812968" providerId="ADAL" clId="{2CE4707E-236F-4159-A21A-B5D68036E123}" dt="2026-02-27T16:28:20.420" v="150" actId="47"/>
        <pc:sldMkLst>
          <pc:docMk/>
          <pc:sldMk cId="0" sldId="257"/>
        </pc:sldMkLst>
      </pc:sldChg>
      <pc:sldChg chg="modSp mod modNotes">
        <pc:chgData name="Gurjot Singh" userId="83e15f0a-3691-4b13-a248-ec4d83812968" providerId="ADAL" clId="{2CE4707E-236F-4159-A21A-B5D68036E123}" dt="2026-02-27T16:28:12.599" v="149" actId="20577"/>
        <pc:sldMkLst>
          <pc:docMk/>
          <pc:sldMk cId="0" sldId="258"/>
        </pc:sldMkLst>
        <pc:spChg chg="mod">
          <ac:chgData name="Gurjot Singh" userId="83e15f0a-3691-4b13-a248-ec4d83812968" providerId="ADAL" clId="{2CE4707E-236F-4159-A21A-B5D68036E123}" dt="2026-02-27T16:27:18.200" v="51" actId="20577"/>
          <ac:spMkLst>
            <pc:docMk/>
            <pc:sldMk cId="0" sldId="258"/>
            <ac:spMk id="349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27:48.699" v="90" actId="14100"/>
          <ac:spMkLst>
            <pc:docMk/>
            <pc:sldMk cId="0" sldId="258"/>
            <ac:spMk id="351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27:57.047" v="110" actId="20577"/>
          <ac:spMkLst>
            <pc:docMk/>
            <pc:sldMk cId="0" sldId="258"/>
            <ac:spMk id="353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28:12.599" v="149" actId="20577"/>
          <ac:spMkLst>
            <pc:docMk/>
            <pc:sldMk cId="0" sldId="258"/>
            <ac:spMk id="355" creationId="{00000000-0000-0000-0000-000000000000}"/>
          </ac:spMkLst>
        </pc:spChg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59"/>
        </pc:sldMkLst>
      </pc:sldChg>
      <pc:sldChg chg="del">
        <pc:chgData name="Gurjot Singh" userId="83e15f0a-3691-4b13-a248-ec4d83812968" providerId="ADAL" clId="{2CE4707E-236F-4159-A21A-B5D68036E123}" dt="2026-02-27T16:28:25.422" v="151" actId="47"/>
        <pc:sldMkLst>
          <pc:docMk/>
          <pc:sldMk cId="0" sldId="260"/>
        </pc:sldMkLst>
      </pc:sldChg>
      <pc:sldChg chg="modSp mod ord">
        <pc:chgData name="Gurjot Singh" userId="83e15f0a-3691-4b13-a248-ec4d83812968" providerId="ADAL" clId="{2CE4707E-236F-4159-A21A-B5D68036E123}" dt="2026-02-27T16:28:33.369" v="155" actId="20577"/>
        <pc:sldMkLst>
          <pc:docMk/>
          <pc:sldMk cId="0" sldId="261"/>
        </pc:sldMkLst>
        <pc:spChg chg="mod">
          <ac:chgData name="Gurjot Singh" userId="83e15f0a-3691-4b13-a248-ec4d83812968" providerId="ADAL" clId="{2CE4707E-236F-4159-A21A-B5D68036E123}" dt="2026-02-27T16:28:33.369" v="155" actId="20577"/>
          <ac:spMkLst>
            <pc:docMk/>
            <pc:sldMk cId="0" sldId="261"/>
            <ac:spMk id="374" creationId="{00000000-0000-0000-0000-000000000000}"/>
          </ac:spMkLst>
        </pc:spChg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62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63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64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65"/>
        </pc:sldMkLst>
      </pc:sldChg>
      <pc:sldChg chg="modSp mod ord">
        <pc:chgData name="Gurjot Singh" userId="83e15f0a-3691-4b13-a248-ec4d83812968" providerId="ADAL" clId="{2CE4707E-236F-4159-A21A-B5D68036E123}" dt="2026-02-27T16:51:30.430" v="391"/>
        <pc:sldMkLst>
          <pc:docMk/>
          <pc:sldMk cId="0" sldId="266"/>
        </pc:sldMkLst>
        <pc:spChg chg="mod">
          <ac:chgData name="Gurjot Singh" userId="83e15f0a-3691-4b13-a248-ec4d83812968" providerId="ADAL" clId="{2CE4707E-236F-4159-A21A-B5D68036E123}" dt="2026-02-27T16:40:51.946" v="178" actId="20577"/>
          <ac:spMkLst>
            <pc:docMk/>
            <pc:sldMk cId="0" sldId="266"/>
            <ac:spMk id="462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51:30.430" v="391"/>
          <ac:spMkLst>
            <pc:docMk/>
            <pc:sldMk cId="0" sldId="266"/>
            <ac:spMk id="463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41:20.506" v="181"/>
          <ac:spMkLst>
            <pc:docMk/>
            <pc:sldMk cId="0" sldId="266"/>
            <ac:spMk id="464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51:19.523" v="389"/>
          <ac:spMkLst>
            <pc:docMk/>
            <pc:sldMk cId="0" sldId="266"/>
            <ac:spMk id="465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51:25.005" v="390"/>
          <ac:spMkLst>
            <pc:docMk/>
            <pc:sldMk cId="0" sldId="266"/>
            <ac:spMk id="466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41:25.139" v="182"/>
          <ac:spMkLst>
            <pc:docMk/>
            <pc:sldMk cId="0" sldId="266"/>
            <ac:spMk id="481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41:28.141" v="183"/>
          <ac:spMkLst>
            <pc:docMk/>
            <pc:sldMk cId="0" sldId="266"/>
            <ac:spMk id="482" creationId="{00000000-0000-0000-0000-000000000000}"/>
          </ac:spMkLst>
        </pc:spChg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67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68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69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70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71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72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73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74"/>
        </pc:sldMkLst>
      </pc:sldChg>
      <pc:sldChg chg="modSp mod ord">
        <pc:chgData name="Gurjot Singh" userId="83e15f0a-3691-4b13-a248-ec4d83812968" providerId="ADAL" clId="{2CE4707E-236F-4159-A21A-B5D68036E123}" dt="2026-02-27T17:03:09.395" v="635" actId="5793"/>
        <pc:sldMkLst>
          <pc:docMk/>
          <pc:sldMk cId="0" sldId="275"/>
        </pc:sldMkLst>
        <pc:spChg chg="mod">
          <ac:chgData name="Gurjot Singh" userId="83e15f0a-3691-4b13-a248-ec4d83812968" providerId="ADAL" clId="{2CE4707E-236F-4159-A21A-B5D68036E123}" dt="2026-02-27T17:03:09.395" v="635" actId="5793"/>
          <ac:spMkLst>
            <pc:docMk/>
            <pc:sldMk cId="0" sldId="275"/>
            <ac:spMk id="693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0:40.271" v="547" actId="20577"/>
          <ac:spMkLst>
            <pc:docMk/>
            <pc:sldMk cId="0" sldId="275"/>
            <ac:spMk id="694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1:15.937" v="586" actId="20577"/>
          <ac:spMkLst>
            <pc:docMk/>
            <pc:sldMk cId="0" sldId="275"/>
            <ac:spMk id="695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2:04.835" v="623"/>
          <ac:spMkLst>
            <pc:docMk/>
            <pc:sldMk cId="0" sldId="275"/>
            <ac:spMk id="696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1:19.471" v="592" actId="20577"/>
          <ac:spMkLst>
            <pc:docMk/>
            <pc:sldMk cId="0" sldId="275"/>
            <ac:spMk id="697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2:07.986" v="624"/>
          <ac:spMkLst>
            <pc:docMk/>
            <pc:sldMk cId="0" sldId="275"/>
            <ac:spMk id="698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1:43.639" v="612" actId="14100"/>
          <ac:spMkLst>
            <pc:docMk/>
            <pc:sldMk cId="0" sldId="275"/>
            <ac:spMk id="699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2:14.387" v="625"/>
          <ac:spMkLst>
            <pc:docMk/>
            <pc:sldMk cId="0" sldId="275"/>
            <ac:spMk id="700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1:55.239" v="622" actId="14100"/>
          <ac:spMkLst>
            <pc:docMk/>
            <pc:sldMk cId="0" sldId="275"/>
            <ac:spMk id="701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2:16.228" v="626"/>
          <ac:spMkLst>
            <pc:docMk/>
            <pc:sldMk cId="0" sldId="275"/>
            <ac:spMk id="702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0:29.367" v="515" actId="20577"/>
          <ac:spMkLst>
            <pc:docMk/>
            <pc:sldMk cId="0" sldId="275"/>
            <ac:spMk id="704" creationId="{00000000-0000-0000-0000-000000000000}"/>
          </ac:spMkLst>
        </pc:spChg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76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77"/>
        </pc:sldMkLst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78"/>
        </pc:sldMkLst>
      </pc:sldChg>
      <pc:sldChg chg="modSp del mod ord">
        <pc:chgData name="Gurjot Singh" userId="83e15f0a-3691-4b13-a248-ec4d83812968" providerId="ADAL" clId="{2CE4707E-236F-4159-A21A-B5D68036E123}" dt="2026-02-27T16:59:04.119" v="501" actId="47"/>
        <pc:sldMkLst>
          <pc:docMk/>
          <pc:sldMk cId="0" sldId="279"/>
        </pc:sldMkLst>
        <pc:spChg chg="mod">
          <ac:chgData name="Gurjot Singh" userId="83e15f0a-3691-4b13-a248-ec4d83812968" providerId="ADAL" clId="{2CE4707E-236F-4159-A21A-B5D68036E123}" dt="2026-02-27T16:49:30.168" v="367" actId="20577"/>
          <ac:spMkLst>
            <pc:docMk/>
            <pc:sldMk cId="0" sldId="279"/>
            <ac:spMk id="855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46:05.300" v="211"/>
          <ac:spMkLst>
            <pc:docMk/>
            <pc:sldMk cId="0" sldId="279"/>
            <ac:spMk id="856" creationId="{00000000-0000-0000-0000-000000000000}"/>
          </ac:spMkLst>
        </pc:spChg>
      </pc:sldChg>
      <pc:sldChg chg="del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80"/>
        </pc:sldMkLst>
      </pc:sldChg>
      <pc:sldChg chg="del">
        <pc:chgData name="Gurjot Singh" userId="83e15f0a-3691-4b13-a248-ec4d83812968" providerId="ADAL" clId="{2CE4707E-236F-4159-A21A-B5D68036E123}" dt="2026-02-27T16:41:57.099" v="185" actId="47"/>
        <pc:sldMkLst>
          <pc:docMk/>
          <pc:sldMk cId="0" sldId="281"/>
        </pc:sldMkLst>
      </pc:sldChg>
      <pc:sldChg chg="modSp del mod">
        <pc:chgData name="Gurjot Singh" userId="83e15f0a-3691-4b13-a248-ec4d83812968" providerId="ADAL" clId="{2CE4707E-236F-4159-A21A-B5D68036E123}" dt="2026-02-27T17:49:02.422" v="1208" actId="47"/>
        <pc:sldMkLst>
          <pc:docMk/>
          <pc:sldMk cId="0" sldId="282"/>
        </pc:sldMkLst>
        <pc:spChg chg="mod">
          <ac:chgData name="Gurjot Singh" userId="83e15f0a-3691-4b13-a248-ec4d83812968" providerId="ADAL" clId="{2CE4707E-236F-4159-A21A-B5D68036E123}" dt="2026-02-27T17:38:26.137" v="796"/>
          <ac:spMkLst>
            <pc:docMk/>
            <pc:sldMk cId="0" sldId="282"/>
            <ac:spMk id="919" creationId="{00000000-0000-0000-0000-000000000000}"/>
          </ac:spMkLst>
        </pc:spChg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83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84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85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86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87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88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89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0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1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2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3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4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5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6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7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8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299"/>
        </pc:sldMkLst>
      </pc:sldChg>
      <pc:sldChg chg="del">
        <pc:chgData name="Gurjot Singh" userId="83e15f0a-3691-4b13-a248-ec4d83812968" providerId="ADAL" clId="{2CE4707E-236F-4159-A21A-B5D68036E123}" dt="2026-02-27T16:41:54.595" v="184" actId="47"/>
        <pc:sldMkLst>
          <pc:docMk/>
          <pc:sldMk cId="0" sldId="300"/>
        </pc:sldMkLst>
      </pc:sldChg>
      <pc:sldChg chg="modSp add mod">
        <pc:chgData name="Gurjot Singh" userId="83e15f0a-3691-4b13-a248-ec4d83812968" providerId="ADAL" clId="{2CE4707E-236F-4159-A21A-B5D68036E123}" dt="2026-02-27T16:35:03.502" v="162" actId="20577"/>
        <pc:sldMkLst>
          <pc:docMk/>
          <pc:sldMk cId="1769356816" sldId="301"/>
        </pc:sldMkLst>
        <pc:spChg chg="mod">
          <ac:chgData name="Gurjot Singh" userId="83e15f0a-3691-4b13-a248-ec4d83812968" providerId="ADAL" clId="{2CE4707E-236F-4159-A21A-B5D68036E123}" dt="2026-02-27T16:35:00.545" v="159"/>
          <ac:spMkLst>
            <pc:docMk/>
            <pc:sldMk cId="1769356816" sldId="301"/>
            <ac:spMk id="374" creationId="{C66C102A-0155-7D70-370D-131E836F7448}"/>
          </ac:spMkLst>
        </pc:spChg>
        <pc:spChg chg="mod">
          <ac:chgData name="Gurjot Singh" userId="83e15f0a-3691-4b13-a248-ec4d83812968" providerId="ADAL" clId="{2CE4707E-236F-4159-A21A-B5D68036E123}" dt="2026-02-27T16:35:03.502" v="162" actId="20577"/>
          <ac:spMkLst>
            <pc:docMk/>
            <pc:sldMk cId="1769356816" sldId="301"/>
            <ac:spMk id="375" creationId="{D4D11280-1496-1711-6B26-64739B4195BB}"/>
          </ac:spMkLst>
        </pc:spChg>
      </pc:sldChg>
      <pc:sldChg chg="modSp add mod">
        <pc:chgData name="Gurjot Singh" userId="83e15f0a-3691-4b13-a248-ec4d83812968" providerId="ADAL" clId="{2CE4707E-236F-4159-A21A-B5D68036E123}" dt="2026-02-27T16:35:31.096" v="171" actId="122"/>
        <pc:sldMkLst>
          <pc:docMk/>
          <pc:sldMk cId="1929081546" sldId="302"/>
        </pc:sldMkLst>
        <pc:spChg chg="mod">
          <ac:chgData name="Gurjot Singh" userId="83e15f0a-3691-4b13-a248-ec4d83812968" providerId="ADAL" clId="{2CE4707E-236F-4159-A21A-B5D68036E123}" dt="2026-02-27T16:35:31.096" v="171" actId="122"/>
          <ac:spMkLst>
            <pc:docMk/>
            <pc:sldMk cId="1929081546" sldId="302"/>
            <ac:spMk id="374" creationId="{781A429A-AD0E-7C06-0100-658934184F1D}"/>
          </ac:spMkLst>
        </pc:spChg>
        <pc:spChg chg="mod">
          <ac:chgData name="Gurjot Singh" userId="83e15f0a-3691-4b13-a248-ec4d83812968" providerId="ADAL" clId="{2CE4707E-236F-4159-A21A-B5D68036E123}" dt="2026-02-27T16:35:07.410" v="164" actId="20577"/>
          <ac:spMkLst>
            <pc:docMk/>
            <pc:sldMk cId="1929081546" sldId="302"/>
            <ac:spMk id="375" creationId="{1017AD60-0564-5AAB-AFA3-3BFC5E80C437}"/>
          </ac:spMkLst>
        </pc:spChg>
      </pc:sldChg>
      <pc:sldChg chg="modSp add mod">
        <pc:chgData name="Gurjot Singh" userId="83e15f0a-3691-4b13-a248-ec4d83812968" providerId="ADAL" clId="{2CE4707E-236F-4159-A21A-B5D68036E123}" dt="2026-02-27T16:35:42.710" v="173" actId="122"/>
        <pc:sldMkLst>
          <pc:docMk/>
          <pc:sldMk cId="96043920" sldId="303"/>
        </pc:sldMkLst>
        <pc:spChg chg="mod">
          <ac:chgData name="Gurjot Singh" userId="83e15f0a-3691-4b13-a248-ec4d83812968" providerId="ADAL" clId="{2CE4707E-236F-4159-A21A-B5D68036E123}" dt="2026-02-27T16:35:42.710" v="173" actId="122"/>
          <ac:spMkLst>
            <pc:docMk/>
            <pc:sldMk cId="96043920" sldId="303"/>
            <ac:spMk id="374" creationId="{3C9CC85E-9CF6-D5A0-B853-8DDF7DBBE198}"/>
          </ac:spMkLst>
        </pc:spChg>
        <pc:spChg chg="mod">
          <ac:chgData name="Gurjot Singh" userId="83e15f0a-3691-4b13-a248-ec4d83812968" providerId="ADAL" clId="{2CE4707E-236F-4159-A21A-B5D68036E123}" dt="2026-02-27T16:35:10.090" v="166" actId="20577"/>
          <ac:spMkLst>
            <pc:docMk/>
            <pc:sldMk cId="96043920" sldId="303"/>
            <ac:spMk id="375" creationId="{232D8CF0-E3D4-C392-B9E1-7A107A5D7033}"/>
          </ac:spMkLst>
        </pc:spChg>
      </pc:sldChg>
      <pc:sldChg chg="add del">
        <pc:chgData name="Gurjot Singh" userId="83e15f0a-3691-4b13-a248-ec4d83812968" providerId="ADAL" clId="{2CE4707E-236F-4159-A21A-B5D68036E123}" dt="2026-02-27T16:40:23.344" v="176" actId="47"/>
        <pc:sldMkLst>
          <pc:docMk/>
          <pc:sldMk cId="2828592801" sldId="304"/>
        </pc:sldMkLst>
      </pc:sldChg>
      <pc:sldChg chg="add">
        <pc:chgData name="Gurjot Singh" userId="83e15f0a-3691-4b13-a248-ec4d83812968" providerId="ADAL" clId="{2CE4707E-236F-4159-A21A-B5D68036E123}" dt="2026-02-27T16:40:21.547" v="175"/>
        <pc:sldMkLst>
          <pc:docMk/>
          <pc:sldMk cId="0" sldId="305"/>
        </pc:sldMkLst>
      </pc:sldChg>
      <pc:sldChg chg="addSp delSp modSp new del mod">
        <pc:chgData name="Gurjot Singh" userId="83e15f0a-3691-4b13-a248-ec4d83812968" providerId="ADAL" clId="{2CE4707E-236F-4159-A21A-B5D68036E123}" dt="2026-02-27T16:59:13.454" v="504" actId="47"/>
        <pc:sldMkLst>
          <pc:docMk/>
          <pc:sldMk cId="3496111588" sldId="306"/>
        </pc:sldMkLst>
        <pc:spChg chg="mod">
          <ac:chgData name="Gurjot Singh" userId="83e15f0a-3691-4b13-a248-ec4d83812968" providerId="ADAL" clId="{2CE4707E-236F-4159-A21A-B5D68036E123}" dt="2026-02-27T16:44:59.272" v="199" actId="20577"/>
          <ac:spMkLst>
            <pc:docMk/>
            <pc:sldMk cId="3496111588" sldId="306"/>
            <ac:spMk id="2" creationId="{6FA5752E-3F51-80E8-D81D-87A2ACE2C0CA}"/>
          </ac:spMkLst>
        </pc:spChg>
        <pc:spChg chg="add del mod">
          <ac:chgData name="Gurjot Singh" userId="83e15f0a-3691-4b13-a248-ec4d83812968" providerId="ADAL" clId="{2CE4707E-236F-4159-A21A-B5D68036E123}" dt="2026-02-27T16:45:35.623" v="203"/>
          <ac:spMkLst>
            <pc:docMk/>
            <pc:sldMk cId="3496111588" sldId="306"/>
            <ac:spMk id="4" creationId="{17B758E5-5CD0-C56E-C0A8-DA5D0AE920E1}"/>
          </ac:spMkLst>
        </pc:spChg>
      </pc:sldChg>
      <pc:sldChg chg="modSp add mod ord">
        <pc:chgData name="Gurjot Singh" userId="83e15f0a-3691-4b13-a248-ec4d83812968" providerId="ADAL" clId="{2CE4707E-236F-4159-A21A-B5D68036E123}" dt="2026-02-27T17:49:56.418" v="1216" actId="14100"/>
        <pc:sldMkLst>
          <pc:docMk/>
          <pc:sldMk cId="656766686" sldId="307"/>
        </pc:sldMkLst>
        <pc:spChg chg="mod ord">
          <ac:chgData name="Gurjot Singh" userId="83e15f0a-3691-4b13-a248-ec4d83812968" providerId="ADAL" clId="{2CE4707E-236F-4159-A21A-B5D68036E123}" dt="2026-02-27T17:49:38.492" v="1213" actId="167"/>
          <ac:spMkLst>
            <pc:docMk/>
            <pc:sldMk cId="656766686" sldId="307"/>
            <ac:spMk id="855" creationId="{3F047698-5F3B-E92C-3D0F-F798B57243F9}"/>
          </ac:spMkLst>
        </pc:spChg>
        <pc:spChg chg="mod">
          <ac:chgData name="Gurjot Singh" userId="83e15f0a-3691-4b13-a248-ec4d83812968" providerId="ADAL" clId="{2CE4707E-236F-4159-A21A-B5D68036E123}" dt="2026-02-27T17:49:56.418" v="1216" actId="14100"/>
          <ac:spMkLst>
            <pc:docMk/>
            <pc:sldMk cId="656766686" sldId="307"/>
            <ac:spMk id="857" creationId="{EC4EC95F-8F1A-5546-AD07-35E3F94084B3}"/>
          </ac:spMkLst>
        </pc:spChg>
      </pc:sldChg>
      <pc:sldChg chg="add del">
        <pc:chgData name="Gurjot Singh" userId="83e15f0a-3691-4b13-a248-ec4d83812968" providerId="ADAL" clId="{2CE4707E-236F-4159-A21A-B5D68036E123}" dt="2026-02-27T16:49:51.795" v="372" actId="2890"/>
        <pc:sldMkLst>
          <pc:docMk/>
          <pc:sldMk cId="3385147147" sldId="308"/>
        </pc:sldMkLst>
      </pc:sldChg>
      <pc:sldChg chg="add del">
        <pc:chgData name="Gurjot Singh" userId="83e15f0a-3691-4b13-a248-ec4d83812968" providerId="ADAL" clId="{2CE4707E-236F-4159-A21A-B5D68036E123}" dt="2026-02-27T16:59:05.818" v="502" actId="47"/>
        <pc:sldMkLst>
          <pc:docMk/>
          <pc:sldMk cId="3939233028" sldId="308"/>
        </pc:sldMkLst>
      </pc:sldChg>
      <pc:sldChg chg="add del">
        <pc:chgData name="Gurjot Singh" userId="83e15f0a-3691-4b13-a248-ec4d83812968" providerId="ADAL" clId="{2CE4707E-236F-4159-A21A-B5D68036E123}" dt="2026-02-27T16:49:51.641" v="371" actId="2890"/>
        <pc:sldMkLst>
          <pc:docMk/>
          <pc:sldMk cId="396833386" sldId="309"/>
        </pc:sldMkLst>
      </pc:sldChg>
      <pc:sldChg chg="add del">
        <pc:chgData name="Gurjot Singh" userId="83e15f0a-3691-4b13-a248-ec4d83812968" providerId="ADAL" clId="{2CE4707E-236F-4159-A21A-B5D68036E123}" dt="2026-02-27T16:59:11.107" v="503" actId="47"/>
        <pc:sldMkLst>
          <pc:docMk/>
          <pc:sldMk cId="3336769673" sldId="309"/>
        </pc:sldMkLst>
      </pc:sldChg>
      <pc:sldChg chg="addSp delSp modSp add mod">
        <pc:chgData name="Gurjot Singh" userId="83e15f0a-3691-4b13-a248-ec4d83812968" providerId="ADAL" clId="{2CE4707E-236F-4159-A21A-B5D68036E123}" dt="2026-02-27T16:57:36.145" v="483" actId="1076"/>
        <pc:sldMkLst>
          <pc:docMk/>
          <pc:sldMk cId="2180062416" sldId="310"/>
        </pc:sldMkLst>
        <pc:spChg chg="add del mod">
          <ac:chgData name="Gurjot Singh" userId="83e15f0a-3691-4b13-a248-ec4d83812968" providerId="ADAL" clId="{2CE4707E-236F-4159-A21A-B5D68036E123}" dt="2026-02-27T16:51:15.462" v="387"/>
          <ac:spMkLst>
            <pc:docMk/>
            <pc:sldMk cId="2180062416" sldId="310"/>
            <ac:spMk id="2" creationId="{8775239D-E1B1-EA3C-5F52-7E3D879BC604}"/>
          </ac:spMkLst>
        </pc:spChg>
        <pc:spChg chg="add mod">
          <ac:chgData name="Gurjot Singh" userId="83e15f0a-3691-4b13-a248-ec4d83812968" providerId="ADAL" clId="{2CE4707E-236F-4159-A21A-B5D68036E123}" dt="2026-02-27T16:52:23.985" v="402"/>
          <ac:spMkLst>
            <pc:docMk/>
            <pc:sldMk cId="2180062416" sldId="310"/>
            <ac:spMk id="3" creationId="{D8202B3C-4FDE-048E-90A8-D07134B81D31}"/>
          </ac:spMkLst>
        </pc:spChg>
        <pc:spChg chg="add mod">
          <ac:chgData name="Gurjot Singh" userId="83e15f0a-3691-4b13-a248-ec4d83812968" providerId="ADAL" clId="{2CE4707E-236F-4159-A21A-B5D68036E123}" dt="2026-02-27T16:53:06.276" v="409" actId="1076"/>
          <ac:spMkLst>
            <pc:docMk/>
            <pc:sldMk cId="2180062416" sldId="310"/>
            <ac:spMk id="4" creationId="{3220344E-331B-F336-E9C4-79311F2A1FF0}"/>
          </ac:spMkLst>
        </pc:spChg>
        <pc:spChg chg="mod">
          <ac:chgData name="Gurjot Singh" userId="83e15f0a-3691-4b13-a248-ec4d83812968" providerId="ADAL" clId="{2CE4707E-236F-4159-A21A-B5D68036E123}" dt="2026-02-27T16:57:31.867" v="482" actId="20577"/>
          <ac:spMkLst>
            <pc:docMk/>
            <pc:sldMk cId="2180062416" sldId="310"/>
            <ac:spMk id="855" creationId="{1973409C-6A74-D91F-0117-8DABC2FC47B6}"/>
          </ac:spMkLst>
        </pc:spChg>
        <pc:spChg chg="mod">
          <ac:chgData name="Gurjot Singh" userId="83e15f0a-3691-4b13-a248-ec4d83812968" providerId="ADAL" clId="{2CE4707E-236F-4159-A21A-B5D68036E123}" dt="2026-02-27T16:53:03.238" v="408" actId="1076"/>
          <ac:spMkLst>
            <pc:docMk/>
            <pc:sldMk cId="2180062416" sldId="310"/>
            <ac:spMk id="856" creationId="{E7D41A90-CB5F-0275-91C8-4049D4AF3F2A}"/>
          </ac:spMkLst>
        </pc:spChg>
        <pc:spChg chg="mod">
          <ac:chgData name="Gurjot Singh" userId="83e15f0a-3691-4b13-a248-ec4d83812968" providerId="ADAL" clId="{2CE4707E-236F-4159-A21A-B5D68036E123}" dt="2026-02-27T16:57:36.145" v="483" actId="1076"/>
          <ac:spMkLst>
            <pc:docMk/>
            <pc:sldMk cId="2180062416" sldId="310"/>
            <ac:spMk id="857" creationId="{4FF50340-A0F1-0E70-5712-81E066DE4B22}"/>
          </ac:spMkLst>
        </pc:spChg>
      </pc:sldChg>
      <pc:sldChg chg="modSp add mod">
        <pc:chgData name="Gurjot Singh" userId="83e15f0a-3691-4b13-a248-ec4d83812968" providerId="ADAL" clId="{2CE4707E-236F-4159-A21A-B5D68036E123}" dt="2026-02-27T16:58:53.139" v="500" actId="1076"/>
        <pc:sldMkLst>
          <pc:docMk/>
          <pc:sldMk cId="1148970584" sldId="311"/>
        </pc:sldMkLst>
        <pc:spChg chg="mod">
          <ac:chgData name="Gurjot Singh" userId="83e15f0a-3691-4b13-a248-ec4d83812968" providerId="ADAL" clId="{2CE4707E-236F-4159-A21A-B5D68036E123}" dt="2026-02-27T16:56:17.942" v="467" actId="207"/>
          <ac:spMkLst>
            <pc:docMk/>
            <pc:sldMk cId="1148970584" sldId="311"/>
            <ac:spMk id="4" creationId="{CA4DAEAB-C488-5D56-1B77-7158B0D9B24B}"/>
          </ac:spMkLst>
        </pc:spChg>
        <pc:spChg chg="mod">
          <ac:chgData name="Gurjot Singh" userId="83e15f0a-3691-4b13-a248-ec4d83812968" providerId="ADAL" clId="{2CE4707E-236F-4159-A21A-B5D68036E123}" dt="2026-02-27T16:58:48.809" v="499" actId="20577"/>
          <ac:spMkLst>
            <pc:docMk/>
            <pc:sldMk cId="1148970584" sldId="311"/>
            <ac:spMk id="855" creationId="{040466C0-4663-FE63-FF29-6B0B3BC134FA}"/>
          </ac:spMkLst>
        </pc:spChg>
        <pc:spChg chg="mod">
          <ac:chgData name="Gurjot Singh" userId="83e15f0a-3691-4b13-a248-ec4d83812968" providerId="ADAL" clId="{2CE4707E-236F-4159-A21A-B5D68036E123}" dt="2026-02-27T16:56:00.340" v="462"/>
          <ac:spMkLst>
            <pc:docMk/>
            <pc:sldMk cId="1148970584" sldId="311"/>
            <ac:spMk id="856" creationId="{F8D4CFBC-838E-1A99-E0FD-C2FDF48CC3F9}"/>
          </ac:spMkLst>
        </pc:spChg>
        <pc:spChg chg="mod">
          <ac:chgData name="Gurjot Singh" userId="83e15f0a-3691-4b13-a248-ec4d83812968" providerId="ADAL" clId="{2CE4707E-236F-4159-A21A-B5D68036E123}" dt="2026-02-27T16:58:53.139" v="500" actId="1076"/>
          <ac:spMkLst>
            <pc:docMk/>
            <pc:sldMk cId="1148970584" sldId="311"/>
            <ac:spMk id="857" creationId="{6CE055EF-C170-3A4B-FC64-FA16A2DC93E0}"/>
          </ac:spMkLst>
        </pc:spChg>
      </pc:sldChg>
      <pc:sldChg chg="modSp add mod">
        <pc:chgData name="Gurjot Singh" userId="83e15f0a-3691-4b13-a248-ec4d83812968" providerId="ADAL" clId="{2CE4707E-236F-4159-A21A-B5D68036E123}" dt="2026-02-27T16:58:27.721" v="496" actId="20577"/>
        <pc:sldMkLst>
          <pc:docMk/>
          <pc:sldMk cId="1977934089" sldId="312"/>
        </pc:sldMkLst>
        <pc:spChg chg="mod">
          <ac:chgData name="Gurjot Singh" userId="83e15f0a-3691-4b13-a248-ec4d83812968" providerId="ADAL" clId="{2CE4707E-236F-4159-A21A-B5D68036E123}" dt="2026-02-27T16:58:00.281" v="487" actId="207"/>
          <ac:spMkLst>
            <pc:docMk/>
            <pc:sldMk cId="1977934089" sldId="312"/>
            <ac:spMk id="4" creationId="{4A4AFE16-F92A-4BCB-F9BB-08CF3349F2C0}"/>
          </ac:spMkLst>
        </pc:spChg>
        <pc:spChg chg="mod">
          <ac:chgData name="Gurjot Singh" userId="83e15f0a-3691-4b13-a248-ec4d83812968" providerId="ADAL" clId="{2CE4707E-236F-4159-A21A-B5D68036E123}" dt="2026-02-27T16:58:27.721" v="496" actId="20577"/>
          <ac:spMkLst>
            <pc:docMk/>
            <pc:sldMk cId="1977934089" sldId="312"/>
            <ac:spMk id="855" creationId="{71D063FE-A1AB-9F40-302C-FCAF0D2A9CC4}"/>
          </ac:spMkLst>
        </pc:spChg>
        <pc:spChg chg="mod">
          <ac:chgData name="Gurjot Singh" userId="83e15f0a-3691-4b13-a248-ec4d83812968" providerId="ADAL" clId="{2CE4707E-236F-4159-A21A-B5D68036E123}" dt="2026-02-27T16:57:53.189" v="485"/>
          <ac:spMkLst>
            <pc:docMk/>
            <pc:sldMk cId="1977934089" sldId="312"/>
            <ac:spMk id="856" creationId="{65058D01-EDC8-0493-75D1-7B9D97000DE4}"/>
          </ac:spMkLst>
        </pc:spChg>
      </pc:sldChg>
      <pc:sldChg chg="add del">
        <pc:chgData name="Gurjot Singh" userId="83e15f0a-3691-4b13-a248-ec4d83812968" providerId="ADAL" clId="{2CE4707E-236F-4159-A21A-B5D68036E123}" dt="2026-02-27T17:49:02.422" v="1208" actId="47"/>
        <pc:sldMkLst>
          <pc:docMk/>
          <pc:sldMk cId="3604447371" sldId="313"/>
        </pc:sldMkLst>
      </pc:sldChg>
      <pc:sldChg chg="addSp delSp new mod">
        <pc:chgData name="Gurjot Singh" userId="83e15f0a-3691-4b13-a248-ec4d83812968" providerId="ADAL" clId="{2CE4707E-236F-4159-A21A-B5D68036E123}" dt="2026-02-27T21:03:12.854" v="1219" actId="22"/>
        <pc:sldMkLst>
          <pc:docMk/>
          <pc:sldMk cId="2484510766" sldId="314"/>
        </pc:sldMkLst>
        <pc:picChg chg="add del">
          <ac:chgData name="Gurjot Singh" userId="83e15f0a-3691-4b13-a248-ec4d83812968" providerId="ADAL" clId="{2CE4707E-236F-4159-A21A-B5D68036E123}" dt="2026-02-27T21:03:12.575" v="1218" actId="478"/>
          <ac:picMkLst>
            <pc:docMk/>
            <pc:sldMk cId="2484510766" sldId="314"/>
            <ac:picMk id="3" creationId="{B971047A-3BA7-B2F8-DE95-AE0187E72F72}"/>
          </ac:picMkLst>
        </pc:picChg>
        <pc:picChg chg="add">
          <ac:chgData name="Gurjot Singh" userId="83e15f0a-3691-4b13-a248-ec4d83812968" providerId="ADAL" clId="{2CE4707E-236F-4159-A21A-B5D68036E123}" dt="2026-02-27T21:03:12.854" v="1219" actId="22"/>
          <ac:picMkLst>
            <pc:docMk/>
            <pc:sldMk cId="2484510766" sldId="314"/>
            <ac:picMk id="4" creationId="{6AC6370B-9992-538E-1750-3694AB57F9CE}"/>
          </ac:picMkLst>
        </pc:picChg>
      </pc:sldChg>
      <pc:sldChg chg="addSp add mod">
        <pc:chgData name="Gurjot Singh" userId="83e15f0a-3691-4b13-a248-ec4d83812968" providerId="ADAL" clId="{2CE4707E-236F-4159-A21A-B5D68036E123}" dt="2026-02-27T17:20:24.854" v="752" actId="22"/>
        <pc:sldMkLst>
          <pc:docMk/>
          <pc:sldMk cId="1285352602" sldId="315"/>
        </pc:sldMkLst>
        <pc:picChg chg="add">
          <ac:chgData name="Gurjot Singh" userId="83e15f0a-3691-4b13-a248-ec4d83812968" providerId="ADAL" clId="{2CE4707E-236F-4159-A21A-B5D68036E123}" dt="2026-02-27T17:20:24.854" v="752" actId="22"/>
          <ac:picMkLst>
            <pc:docMk/>
            <pc:sldMk cId="1285352602" sldId="315"/>
            <ac:picMk id="3" creationId="{1D5C688E-D859-5980-48F8-E71308209487}"/>
          </ac:picMkLst>
        </pc:picChg>
      </pc:sldChg>
      <pc:sldChg chg="addSp add mod">
        <pc:chgData name="Gurjot Singh" userId="83e15f0a-3691-4b13-a248-ec4d83812968" providerId="ADAL" clId="{2CE4707E-236F-4159-A21A-B5D68036E123}" dt="2026-02-27T17:21:37.145" v="758" actId="22"/>
        <pc:sldMkLst>
          <pc:docMk/>
          <pc:sldMk cId="3911323363" sldId="316"/>
        </pc:sldMkLst>
        <pc:picChg chg="add">
          <ac:chgData name="Gurjot Singh" userId="83e15f0a-3691-4b13-a248-ec4d83812968" providerId="ADAL" clId="{2CE4707E-236F-4159-A21A-B5D68036E123}" dt="2026-02-27T17:21:37.145" v="758" actId="22"/>
          <ac:picMkLst>
            <pc:docMk/>
            <pc:sldMk cId="3911323363" sldId="316"/>
            <ac:picMk id="3" creationId="{A3353726-91B3-1FB7-1C4D-66CCE0E94858}"/>
          </ac:picMkLst>
        </pc:picChg>
      </pc:sldChg>
      <pc:sldChg chg="add del">
        <pc:chgData name="Gurjot Singh" userId="83e15f0a-3691-4b13-a248-ec4d83812968" providerId="ADAL" clId="{2CE4707E-236F-4159-A21A-B5D68036E123}" dt="2026-02-27T17:49:02.422" v="1208" actId="47"/>
        <pc:sldMkLst>
          <pc:docMk/>
          <pc:sldMk cId="1456246855" sldId="317"/>
        </pc:sldMkLst>
      </pc:sldChg>
      <pc:sldChg chg="add del">
        <pc:chgData name="Gurjot Singh" userId="83e15f0a-3691-4b13-a248-ec4d83812968" providerId="ADAL" clId="{2CE4707E-236F-4159-A21A-B5D68036E123}" dt="2026-02-27T17:48:40.987" v="1205" actId="47"/>
        <pc:sldMkLst>
          <pc:docMk/>
          <pc:sldMk cId="3542218204" sldId="318"/>
        </pc:sldMkLst>
      </pc:sldChg>
      <pc:sldChg chg="addSp add mod">
        <pc:chgData name="Gurjot Singh" userId="83e15f0a-3691-4b13-a248-ec4d83812968" providerId="ADAL" clId="{2CE4707E-236F-4159-A21A-B5D68036E123}" dt="2026-02-27T17:21:14.361" v="757" actId="22"/>
        <pc:sldMkLst>
          <pc:docMk/>
          <pc:sldMk cId="2217532497" sldId="319"/>
        </pc:sldMkLst>
        <pc:picChg chg="add">
          <ac:chgData name="Gurjot Singh" userId="83e15f0a-3691-4b13-a248-ec4d83812968" providerId="ADAL" clId="{2CE4707E-236F-4159-A21A-B5D68036E123}" dt="2026-02-27T17:21:14.361" v="757" actId="22"/>
          <ac:picMkLst>
            <pc:docMk/>
            <pc:sldMk cId="2217532497" sldId="319"/>
            <ac:picMk id="3" creationId="{12B9A9B4-5707-41C9-4210-69E795A1F8E1}"/>
          </ac:picMkLst>
        </pc:picChg>
      </pc:sldChg>
      <pc:sldChg chg="addSp add mod">
        <pc:chgData name="Gurjot Singh" userId="83e15f0a-3691-4b13-a248-ec4d83812968" providerId="ADAL" clId="{2CE4707E-236F-4159-A21A-B5D68036E123}" dt="2026-02-27T17:20:50.255" v="756" actId="22"/>
        <pc:sldMkLst>
          <pc:docMk/>
          <pc:sldMk cId="1589236350" sldId="320"/>
        </pc:sldMkLst>
        <pc:picChg chg="add">
          <ac:chgData name="Gurjot Singh" userId="83e15f0a-3691-4b13-a248-ec4d83812968" providerId="ADAL" clId="{2CE4707E-236F-4159-A21A-B5D68036E123}" dt="2026-02-27T17:20:50.255" v="756" actId="22"/>
          <ac:picMkLst>
            <pc:docMk/>
            <pc:sldMk cId="1589236350" sldId="320"/>
            <ac:picMk id="3" creationId="{D0E400B3-45AC-2FA0-3D83-8EE524BD33ED}"/>
          </ac:picMkLst>
        </pc:picChg>
      </pc:sldChg>
      <pc:sldChg chg="add">
        <pc:chgData name="Gurjot Singh" userId="83e15f0a-3691-4b13-a248-ec4d83812968" providerId="ADAL" clId="{2CE4707E-236F-4159-A21A-B5D68036E123}" dt="2026-02-27T17:22:12.436" v="759"/>
        <pc:sldMkLst>
          <pc:docMk/>
          <pc:sldMk cId="2979548599" sldId="324"/>
        </pc:sldMkLst>
      </pc:sldChg>
      <pc:sldChg chg="modSp add del mod ord">
        <pc:chgData name="Gurjot Singh" userId="83e15f0a-3691-4b13-a248-ec4d83812968" providerId="ADAL" clId="{2CE4707E-236F-4159-A21A-B5D68036E123}" dt="2026-02-27T17:39:00.291" v="801" actId="47"/>
        <pc:sldMkLst>
          <pc:docMk/>
          <pc:sldMk cId="4014499089" sldId="325"/>
        </pc:sldMkLst>
        <pc:spChg chg="mod">
          <ac:chgData name="Gurjot Singh" userId="83e15f0a-3691-4b13-a248-ec4d83812968" providerId="ADAL" clId="{2CE4707E-236F-4159-A21A-B5D68036E123}" dt="2026-02-27T17:37:32.679" v="792" actId="20577"/>
          <ac:spMkLst>
            <pc:docMk/>
            <pc:sldMk cId="4014499089" sldId="325"/>
            <ac:spMk id="347" creationId="{058B8AA5-7B99-453E-3E84-BD163A62C951}"/>
          </ac:spMkLst>
        </pc:spChg>
        <pc:spChg chg="mod">
          <ac:chgData name="Gurjot Singh" userId="83e15f0a-3691-4b13-a248-ec4d83812968" providerId="ADAL" clId="{2CE4707E-236F-4159-A21A-B5D68036E123}" dt="2026-02-27T17:37:54.955" v="793"/>
          <ac:spMkLst>
            <pc:docMk/>
            <pc:sldMk cId="4014499089" sldId="325"/>
            <ac:spMk id="349" creationId="{9ED363D2-BBC3-014D-0C62-5A1936753EF6}"/>
          </ac:spMkLst>
        </pc:spChg>
      </pc:sldChg>
      <pc:sldChg chg="addSp delSp modSp new mod ord">
        <pc:chgData name="Gurjot Singh" userId="83e15f0a-3691-4b13-a248-ec4d83812968" providerId="ADAL" clId="{2CE4707E-236F-4159-A21A-B5D68036E123}" dt="2026-02-27T17:48:53.896" v="1207"/>
        <pc:sldMkLst>
          <pc:docMk/>
          <pc:sldMk cId="2771058201" sldId="326"/>
        </pc:sldMkLst>
        <pc:spChg chg="mod">
          <ac:chgData name="Gurjot Singh" userId="83e15f0a-3691-4b13-a248-ec4d83812968" providerId="ADAL" clId="{2CE4707E-236F-4159-A21A-B5D68036E123}" dt="2026-02-27T17:43:42.786" v="951" actId="1076"/>
          <ac:spMkLst>
            <pc:docMk/>
            <pc:sldMk cId="2771058201" sldId="326"/>
            <ac:spMk id="2" creationId="{63049CAF-80BE-AC14-A45E-3D5C50CA814D}"/>
          </ac:spMkLst>
        </pc:spChg>
        <pc:spChg chg="del mod">
          <ac:chgData name="Gurjot Singh" userId="83e15f0a-3691-4b13-a248-ec4d83812968" providerId="ADAL" clId="{2CE4707E-236F-4159-A21A-B5D68036E123}" dt="2026-02-27T17:39:34.906" v="820" actId="478"/>
          <ac:spMkLst>
            <pc:docMk/>
            <pc:sldMk cId="2771058201" sldId="326"/>
            <ac:spMk id="3" creationId="{06EC8FD8-BEA9-E478-BCCC-7081AB1C915D}"/>
          </ac:spMkLst>
        </pc:spChg>
        <pc:spChg chg="del">
          <ac:chgData name="Gurjot Singh" userId="83e15f0a-3691-4b13-a248-ec4d83812968" providerId="ADAL" clId="{2CE4707E-236F-4159-A21A-B5D68036E123}" dt="2026-02-27T17:39:30.461" v="818" actId="478"/>
          <ac:spMkLst>
            <pc:docMk/>
            <pc:sldMk cId="2771058201" sldId="326"/>
            <ac:spMk id="4" creationId="{42AC4D96-6E9A-7286-E6E0-935B88057F63}"/>
          </ac:spMkLst>
        </pc:spChg>
        <pc:spChg chg="add">
          <ac:chgData name="Gurjot Singh" userId="83e15f0a-3691-4b13-a248-ec4d83812968" providerId="ADAL" clId="{2CE4707E-236F-4159-A21A-B5D68036E123}" dt="2026-02-27T17:39:21.033" v="814"/>
          <ac:spMkLst>
            <pc:docMk/>
            <pc:sldMk cId="2771058201" sldId="326"/>
            <ac:spMk id="5" creationId="{FC81BC04-14EC-A5D5-4423-BB1FA1BCF255}"/>
          </ac:spMkLst>
        </pc:spChg>
        <pc:spChg chg="add mod">
          <ac:chgData name="Gurjot Singh" userId="83e15f0a-3691-4b13-a248-ec4d83812968" providerId="ADAL" clId="{2CE4707E-236F-4159-A21A-B5D68036E123}" dt="2026-02-27T17:39:23.385" v="816"/>
          <ac:spMkLst>
            <pc:docMk/>
            <pc:sldMk cId="2771058201" sldId="326"/>
            <ac:spMk id="6" creationId="{721C62DA-9C66-7290-4BBF-5C41400C1437}"/>
          </ac:spMkLst>
        </pc:spChg>
        <pc:spChg chg="add del mod">
          <ac:chgData name="Gurjot Singh" userId="83e15f0a-3691-4b13-a248-ec4d83812968" providerId="ADAL" clId="{2CE4707E-236F-4159-A21A-B5D68036E123}" dt="2026-02-27T17:39:36.062" v="821" actId="478"/>
          <ac:spMkLst>
            <pc:docMk/>
            <pc:sldMk cId="2771058201" sldId="326"/>
            <ac:spMk id="8" creationId="{E6D1277E-7412-745D-9037-FBC1B97C5874}"/>
          </ac:spMkLst>
        </pc:spChg>
        <pc:spChg chg="add mod">
          <ac:chgData name="Gurjot Singh" userId="83e15f0a-3691-4b13-a248-ec4d83812968" providerId="ADAL" clId="{2CE4707E-236F-4159-A21A-B5D68036E123}" dt="2026-02-27T17:45:58.911" v="996" actId="1076"/>
          <ac:spMkLst>
            <pc:docMk/>
            <pc:sldMk cId="2771058201" sldId="326"/>
            <ac:spMk id="9" creationId="{013CD2E4-015C-6E5E-4121-7ACA8F739D84}"/>
          </ac:spMkLst>
        </pc:spChg>
        <pc:spChg chg="add">
          <ac:chgData name="Gurjot Singh" userId="83e15f0a-3691-4b13-a248-ec4d83812968" providerId="ADAL" clId="{2CE4707E-236F-4159-A21A-B5D68036E123}" dt="2026-02-27T17:41:16.128" v="849"/>
          <ac:spMkLst>
            <pc:docMk/>
            <pc:sldMk cId="2771058201" sldId="326"/>
            <ac:spMk id="10" creationId="{4E2B6DCA-80C8-63E8-0C5B-17923D53A2FC}"/>
          </ac:spMkLst>
        </pc:spChg>
        <pc:spChg chg="add mod">
          <ac:chgData name="Gurjot Singh" userId="83e15f0a-3691-4b13-a248-ec4d83812968" providerId="ADAL" clId="{2CE4707E-236F-4159-A21A-B5D68036E123}" dt="2026-02-27T17:41:39.171" v="852" actId="20578"/>
          <ac:spMkLst>
            <pc:docMk/>
            <pc:sldMk cId="2771058201" sldId="326"/>
            <ac:spMk id="11" creationId="{58423301-C477-98E8-8C25-1613DCFE5E85}"/>
          </ac:spMkLst>
        </pc:spChg>
        <pc:spChg chg="add mod">
          <ac:chgData name="Gurjot Singh" userId="83e15f0a-3691-4b13-a248-ec4d83812968" providerId="ADAL" clId="{2CE4707E-236F-4159-A21A-B5D68036E123}" dt="2026-02-27T17:43:43.016" v="952"/>
          <ac:spMkLst>
            <pc:docMk/>
            <pc:sldMk cId="2771058201" sldId="326"/>
            <ac:spMk id="12" creationId="{CEFB4C7B-F9FF-3136-9EAA-7857699937A9}"/>
          </ac:spMkLst>
        </pc:spChg>
        <pc:spChg chg="add mod">
          <ac:chgData name="Gurjot Singh" userId="83e15f0a-3691-4b13-a248-ec4d83812968" providerId="ADAL" clId="{2CE4707E-236F-4159-A21A-B5D68036E123}" dt="2026-02-27T17:45:54.560" v="995" actId="1076"/>
          <ac:spMkLst>
            <pc:docMk/>
            <pc:sldMk cId="2771058201" sldId="326"/>
            <ac:spMk id="13" creationId="{FFA436C1-D9ED-E44E-C0CF-47B8E7B3ED59}"/>
          </ac:spMkLst>
        </pc:spChg>
      </pc:sldChg>
      <pc:sldChg chg="add del ord">
        <pc:chgData name="Gurjot Singh" userId="83e15f0a-3691-4b13-a248-ec4d83812968" providerId="ADAL" clId="{2CE4707E-236F-4159-A21A-B5D68036E123}" dt="2026-02-27T17:43:44.498" v="954" actId="47"/>
        <pc:sldMkLst>
          <pc:docMk/>
          <pc:sldMk cId="663109316" sldId="327"/>
        </pc:sldMkLst>
      </pc:sldChg>
      <pc:sldChg chg="addSp modSp add mod ord">
        <pc:chgData name="Gurjot Singh" userId="83e15f0a-3691-4b13-a248-ec4d83812968" providerId="ADAL" clId="{2CE4707E-236F-4159-A21A-B5D68036E123}" dt="2026-02-27T17:48:37.042" v="1204"/>
        <pc:sldMkLst>
          <pc:docMk/>
          <pc:sldMk cId="2898640802" sldId="327"/>
        </pc:sldMkLst>
        <pc:spChg chg="mod">
          <ac:chgData name="Gurjot Singh" userId="83e15f0a-3691-4b13-a248-ec4d83812968" providerId="ADAL" clId="{2CE4707E-236F-4159-A21A-B5D68036E123}" dt="2026-02-27T17:46:13.655" v="999" actId="6549"/>
          <ac:spMkLst>
            <pc:docMk/>
            <pc:sldMk cId="2898640802" sldId="327"/>
            <ac:spMk id="2" creationId="{9BCB38F5-BEA8-C97F-3F33-AAC14529751C}"/>
          </ac:spMkLst>
        </pc:spChg>
        <pc:spChg chg="add">
          <ac:chgData name="Gurjot Singh" userId="83e15f0a-3691-4b13-a248-ec4d83812968" providerId="ADAL" clId="{2CE4707E-236F-4159-A21A-B5D68036E123}" dt="2026-02-27T17:46:27.678" v="1011"/>
          <ac:spMkLst>
            <pc:docMk/>
            <pc:sldMk cId="2898640802" sldId="327"/>
            <ac:spMk id="3" creationId="{0DDCF436-1ACF-3FDE-8710-7022630DF62B}"/>
          </ac:spMkLst>
        </pc:spChg>
        <pc:spChg chg="mod">
          <ac:chgData name="Gurjot Singh" userId="83e15f0a-3691-4b13-a248-ec4d83812968" providerId="ADAL" clId="{2CE4707E-236F-4159-A21A-B5D68036E123}" dt="2026-02-27T17:48:24.881" v="1202" actId="20577"/>
          <ac:spMkLst>
            <pc:docMk/>
            <pc:sldMk cId="2898640802" sldId="327"/>
            <ac:spMk id="9" creationId="{37AC1BBB-1F07-6C7D-0F64-31789B5B4137}"/>
          </ac:spMkLst>
        </pc:spChg>
        <pc:spChg chg="mod">
          <ac:chgData name="Gurjot Singh" userId="83e15f0a-3691-4b13-a248-ec4d83812968" providerId="ADAL" clId="{2CE4707E-236F-4159-A21A-B5D68036E123}" dt="2026-02-27T17:46:19.145" v="1006" actId="20577"/>
          <ac:spMkLst>
            <pc:docMk/>
            <pc:sldMk cId="2898640802" sldId="327"/>
            <ac:spMk id="13" creationId="{2C77A90A-AAC5-86C9-CC20-6482FF714B4D}"/>
          </ac:spMkLst>
        </pc:spChg>
      </pc:sldChg>
      <pc:sldChg chg="add">
        <pc:chgData name="Gurjot Singh" userId="83e15f0a-3691-4b13-a248-ec4d83812968" providerId="ADAL" clId="{2CE4707E-236F-4159-A21A-B5D68036E123}" dt="2026-02-27T21:03:10.663" v="1217" actId="2890"/>
        <pc:sldMkLst>
          <pc:docMk/>
          <pc:sldMk cId="1073841904" sldId="328"/>
        </pc:sldMkLst>
      </pc:sldChg>
      <pc:sldMasterChg chg="delSldLayout">
        <pc:chgData name="Gurjot Singh" userId="83e15f0a-3691-4b13-a248-ec4d83812968" providerId="ADAL" clId="{2CE4707E-236F-4159-A21A-B5D68036E123}" dt="2026-02-27T17:49:02.422" v="1208" actId="47"/>
        <pc:sldMasterMkLst>
          <pc:docMk/>
          <pc:sldMasterMk cId="0" sldId="2147483672"/>
        </pc:sldMasterMkLst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51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52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54"/>
          </pc:sldLayoutMkLst>
        </pc:sldLayoutChg>
        <pc:sldLayoutChg chg="del">
          <pc:chgData name="Gurjot Singh" userId="83e15f0a-3691-4b13-a248-ec4d83812968" providerId="ADAL" clId="{2CE4707E-236F-4159-A21A-B5D68036E123}" dt="2026-02-27T16:28:25.422" v="151" actId="47"/>
          <pc:sldLayoutMkLst>
            <pc:docMk/>
            <pc:sldMasterMk cId="0" sldId="2147483672"/>
            <pc:sldLayoutMk cId="0" sldId="2147483655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56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57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58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62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63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65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66"/>
          </pc:sldLayoutMkLst>
        </pc:sldLayoutChg>
        <pc:sldLayoutChg chg="del">
          <pc:chgData name="Gurjot Singh" userId="83e15f0a-3691-4b13-a248-ec4d83812968" providerId="ADAL" clId="{2CE4707E-236F-4159-A21A-B5D68036E123}" dt="2026-02-27T16:28:20.420" v="150" actId="47"/>
          <pc:sldLayoutMkLst>
            <pc:docMk/>
            <pc:sldMasterMk cId="0" sldId="2147483672"/>
            <pc:sldLayoutMk cId="0" sldId="2147483667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68"/>
          </pc:sldLayoutMkLst>
        </pc:sldLayoutChg>
        <pc:sldLayoutChg chg="del">
          <pc:chgData name="Gurjot Singh" userId="83e15f0a-3691-4b13-a248-ec4d83812968" providerId="ADAL" clId="{2CE4707E-236F-4159-A21A-B5D68036E123}" dt="2026-02-27T17:49:02.422" v="1208" actId="47"/>
          <pc:sldLayoutMkLst>
            <pc:docMk/>
            <pc:sldMasterMk cId="0" sldId="2147483672"/>
            <pc:sldLayoutMk cId="0" sldId="2147483670"/>
          </pc:sldLayoutMkLst>
        </pc:sldLayoutChg>
      </pc:sldMasterChg>
      <pc:sldMasterChg chg="del delSldLayout">
        <pc:chgData name="Gurjot Singh" userId="83e15f0a-3691-4b13-a248-ec4d83812968" providerId="ADAL" clId="{2CE4707E-236F-4159-A21A-B5D68036E123}" dt="2026-02-27T16:41:54.595" v="184" actId="47"/>
        <pc:sldMasterMkLst>
          <pc:docMk/>
          <pc:sldMasterMk cId="0" sldId="2147483673"/>
        </pc:sldMasterMkLst>
        <pc:sldLayoutChg chg="del">
          <pc:chgData name="Gurjot Singh" userId="83e15f0a-3691-4b13-a248-ec4d83812968" providerId="ADAL" clId="{2CE4707E-236F-4159-A21A-B5D68036E123}" dt="2026-02-27T16:41:54.595" v="184" actId="47"/>
          <pc:sldLayoutMkLst>
            <pc:docMk/>
            <pc:sldMasterMk cId="0" sldId="2147483673"/>
            <pc:sldLayoutMk cId="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8b872573b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8b872573b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b872573b1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b872573b1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>
          <a:extLst>
            <a:ext uri="{FF2B5EF4-FFF2-40B4-BE49-F238E27FC236}">
              <a16:creationId xmlns:a16="http://schemas.microsoft.com/office/drawing/2014/main" id="{DB7A2306-5047-E736-34E9-EE5BEB7D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>
            <a:extLst>
              <a:ext uri="{FF2B5EF4-FFF2-40B4-BE49-F238E27FC236}">
                <a16:creationId xmlns:a16="http://schemas.microsoft.com/office/drawing/2014/main" id="{9200BE17-6BAB-10AF-B2CE-5457706E6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>
            <a:extLst>
              <a:ext uri="{FF2B5EF4-FFF2-40B4-BE49-F238E27FC236}">
                <a16:creationId xmlns:a16="http://schemas.microsoft.com/office/drawing/2014/main" id="{9C8A4915-BE01-9AFD-75FD-66B096A14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382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>
          <a:extLst>
            <a:ext uri="{FF2B5EF4-FFF2-40B4-BE49-F238E27FC236}">
              <a16:creationId xmlns:a16="http://schemas.microsoft.com/office/drawing/2014/main" id="{0AAAA340-9CB7-F85D-108B-20B9BADB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>
            <a:extLst>
              <a:ext uri="{FF2B5EF4-FFF2-40B4-BE49-F238E27FC236}">
                <a16:creationId xmlns:a16="http://schemas.microsoft.com/office/drawing/2014/main" id="{5ACE7617-3D14-C727-755A-7AEA6B7E9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>
            <a:extLst>
              <a:ext uri="{FF2B5EF4-FFF2-40B4-BE49-F238E27FC236}">
                <a16:creationId xmlns:a16="http://schemas.microsoft.com/office/drawing/2014/main" id="{A196F197-5CED-437C-B01A-40532D82D2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357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>
          <a:extLst>
            <a:ext uri="{FF2B5EF4-FFF2-40B4-BE49-F238E27FC236}">
              <a16:creationId xmlns:a16="http://schemas.microsoft.com/office/drawing/2014/main" id="{0B85FF95-94F5-8866-F352-CE8B6D83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>
            <a:extLst>
              <a:ext uri="{FF2B5EF4-FFF2-40B4-BE49-F238E27FC236}">
                <a16:creationId xmlns:a16="http://schemas.microsoft.com/office/drawing/2014/main" id="{1E968173-A41E-9703-3402-33067D5A4F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>
            <a:extLst>
              <a:ext uri="{FF2B5EF4-FFF2-40B4-BE49-F238E27FC236}">
                <a16:creationId xmlns:a16="http://schemas.microsoft.com/office/drawing/2014/main" id="{90A4C9B8-7F3E-9B76-45CE-B086DF0A6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427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70C62176-1F46-B56F-7AD5-2662E7AE7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242F93A2-7D11-247A-BE4F-DF585B5EC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D37D9185-6548-8817-9E1C-6B4089B77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1275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8b3994a781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8b3994a781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997276D2-33AA-12CE-BC3A-1BDB73EA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703485D9-36CC-A01D-E401-5650387A6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A7960708-612E-F740-D5EA-0FEEB0D731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416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EB541092-AEA2-9DC3-BA4C-E834EFED0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CF799A95-734C-048D-7825-BD4721503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A47E7D1B-2C7F-7100-DD78-FF1234DF3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303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>
          <a:extLst>
            <a:ext uri="{FF2B5EF4-FFF2-40B4-BE49-F238E27FC236}">
              <a16:creationId xmlns:a16="http://schemas.microsoft.com/office/drawing/2014/main" id="{413FB42F-7AB5-F8B2-68D3-C2E3BE56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>
            <a:extLst>
              <a:ext uri="{FF2B5EF4-FFF2-40B4-BE49-F238E27FC236}">
                <a16:creationId xmlns:a16="http://schemas.microsoft.com/office/drawing/2014/main" id="{94814CBF-A7E3-E098-8DBD-BE0DA37B8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>
            <a:extLst>
              <a:ext uri="{FF2B5EF4-FFF2-40B4-BE49-F238E27FC236}">
                <a16:creationId xmlns:a16="http://schemas.microsoft.com/office/drawing/2014/main" id="{0F7E6EBB-EF41-1085-CC1F-32DBD91EC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546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8d4cbd36da_4_31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8d4cbd36da_4_31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CUSTOM_13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4357775"/>
            <a:ext cx="6633906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355575" y="4357775"/>
            <a:ext cx="788431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923700" y="0"/>
            <a:ext cx="7220221" cy="2724140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2510100" y="3306950"/>
            <a:ext cx="4123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77200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570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810278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896029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105579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739789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8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299972" y="1500450"/>
            <a:ext cx="490621" cy="356872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3268775"/>
            <a:ext cx="667651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960123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173125" y="912516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173125" y="2089940"/>
            <a:ext cx="1970757" cy="356858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2089940"/>
            <a:ext cx="552969" cy="356858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773245" y="1500456"/>
            <a:ext cx="370618" cy="356858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39723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555951" y="3858262"/>
            <a:ext cx="1587922" cy="35531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4446202"/>
            <a:ext cx="1183740" cy="356858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3858262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325759" y="3858262"/>
            <a:ext cx="866747" cy="355315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2679300"/>
            <a:ext cx="148591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96262" y="3268778"/>
            <a:ext cx="370618" cy="35544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59324" y="912525"/>
            <a:ext cx="1228595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95565" y="323033"/>
            <a:ext cx="2171240" cy="35531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729396" y="3858262"/>
            <a:ext cx="1600139" cy="35531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577072" y="4446200"/>
            <a:ext cx="3118770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CUSTOM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0" y="1584850"/>
            <a:ext cx="4361919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6076300" y="1584850"/>
            <a:ext cx="1243658" cy="241393"/>
          </a:xfrm>
          <a:custGeom>
            <a:avLst/>
            <a:gdLst/>
            <a:ahLst/>
            <a:cxnLst/>
            <a:rect l="l" t="t" r="r" b="b"/>
            <a:pathLst>
              <a:path w="19503" h="5847" extrusionOk="0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2172024" y="3002644"/>
            <a:ext cx="1243656" cy="240911"/>
          </a:xfrm>
          <a:custGeom>
            <a:avLst/>
            <a:gdLst/>
            <a:ahLst/>
            <a:cxnLst/>
            <a:rect l="l" t="t" r="r" b="b"/>
            <a:pathLst>
              <a:path w="30184" h="5847" extrusionOk="0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4667250" y="3002650"/>
            <a:ext cx="4476882" cy="240896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4552950" y="1584850"/>
            <a:ext cx="134246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subTitle" idx="1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3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ctrTitle" idx="4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4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4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8"/>
          <p:cNvSpPr/>
          <p:nvPr/>
        </p:nvSpPr>
        <p:spPr>
          <a:xfrm flipH="1">
            <a:off x="67151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8"/>
          <p:cNvSpPr/>
          <p:nvPr/>
        </p:nvSpPr>
        <p:spPr>
          <a:xfrm flipH="1">
            <a:off x="1229469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"/>
          <p:cNvSpPr/>
          <p:nvPr/>
        </p:nvSpPr>
        <p:spPr>
          <a:xfrm flipH="1">
            <a:off x="66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8"/>
          <p:cNvSpPr/>
          <p:nvPr/>
        </p:nvSpPr>
        <p:spPr>
          <a:xfrm flipH="1">
            <a:off x="23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 flipH="1">
            <a:off x="1299983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8"/>
          <p:cNvSpPr/>
          <p:nvPr/>
        </p:nvSpPr>
        <p:spPr>
          <a:xfrm flipH="1">
            <a:off x="8105584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8"/>
          <p:cNvSpPr/>
          <p:nvPr/>
        </p:nvSpPr>
        <p:spPr>
          <a:xfrm flipH="1">
            <a:off x="8039752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8"/>
          <p:cNvSpPr/>
          <p:nvPr/>
        </p:nvSpPr>
        <p:spPr>
          <a:xfrm flipH="1">
            <a:off x="5478250" y="1500456"/>
            <a:ext cx="2365680" cy="356858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8"/>
          <p:cNvSpPr/>
          <p:nvPr/>
        </p:nvSpPr>
        <p:spPr>
          <a:xfrm flipH="1">
            <a:off x="6896105" y="912525"/>
            <a:ext cx="2247799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2094075" y="1123150"/>
            <a:ext cx="4955589" cy="402045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CUSTOM_1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1" y="0"/>
            <a:ext cx="1371614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8355575" y="4357775"/>
            <a:ext cx="788431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3"/>
          <p:cNvSpPr/>
          <p:nvPr/>
        </p:nvSpPr>
        <p:spPr>
          <a:xfrm flipH="1">
            <a:off x="7353292" y="4786292"/>
            <a:ext cx="1371614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9" r:id="rId5"/>
    <p:sldLayoutId id="2147483660" r:id="rId6"/>
    <p:sldLayoutId id="2147483661" r:id="rId7"/>
    <p:sldLayoutId id="2147483664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sz="5400" dirty="0"/>
              <a:t>Finalising our Backend</a:t>
            </a:r>
            <a:endParaRPr sz="5400" dirty="0"/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dk2"/>
                </a:solidFill>
              </a:rPr>
              <a:t>Building and Deploying a Full-Stack MERN App on Azure by Gurjot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48" name="Google Shape;348;p29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01</a:t>
            </a:r>
            <a:endParaRPr sz="3500" b="1"/>
          </a:p>
        </p:txBody>
      </p:sp>
      <p:sp>
        <p:nvSpPr>
          <p:cNvPr id="349" name="Google Shape;349;p29"/>
          <p:cNvSpPr txBox="1">
            <a:spLocks noGrp="1"/>
          </p:cNvSpPr>
          <p:nvPr>
            <p:ph type="subTitle" idx="1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/>
            <a:r>
              <a:rPr lang="en-CA" dirty="0"/>
              <a:t>Data in URL</a:t>
            </a:r>
            <a:endParaRPr sz="2200"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0" name="Google Shape;350;p29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03</a:t>
            </a:r>
            <a:endParaRPr sz="3500" b="1"/>
          </a:p>
        </p:txBody>
      </p:sp>
      <p:sp>
        <p:nvSpPr>
          <p:cNvPr id="351" name="Google Shape;351;p29"/>
          <p:cNvSpPr txBox="1">
            <a:spLocks noGrp="1"/>
          </p:cNvSpPr>
          <p:nvPr>
            <p:ph type="subTitle" idx="3"/>
          </p:nvPr>
        </p:nvSpPr>
        <p:spPr>
          <a:xfrm flipH="1">
            <a:off x="4811674" y="2163531"/>
            <a:ext cx="2792284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latin typeface="Overpass Mono"/>
                <a:ea typeface="Overpass Mono"/>
                <a:cs typeface="Overpass Mono"/>
                <a:sym typeface="Overpass Mono"/>
              </a:rPr>
              <a:t>APIs: Read, Update &amp; Delete</a:t>
            </a:r>
            <a:endParaRPr sz="2200"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2" name="Google Shape;352;p29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Postman Testing</a:t>
            </a:r>
            <a:endParaRPr dirty="0"/>
          </a:p>
        </p:txBody>
      </p:sp>
      <p:sp>
        <p:nvSpPr>
          <p:cNvPr id="354" name="Google Shape;354;p29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5" name="Google Shape;355;p29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Setting up Frontend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r>
              <a:rPr lang="en-CA" dirty="0"/>
              <a:t>Data in URL</a:t>
            </a:r>
            <a:endParaRPr dirty="0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"/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How Data Reaches Backend?</a:t>
            </a:r>
            <a:endParaRPr dirty="0"/>
          </a:p>
        </p:txBody>
      </p:sp>
      <p:sp>
        <p:nvSpPr>
          <p:cNvPr id="463" name="Google Shape;463;p37"/>
          <p:cNvSpPr txBox="1">
            <a:spLocks noGrp="1"/>
          </p:cNvSpPr>
          <p:nvPr>
            <p:ph type="subTitle" idx="1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CA" dirty="0"/>
              <a:t>Used for sending data</a:t>
            </a:r>
            <a:endParaRPr dirty="0"/>
          </a:p>
        </p:txBody>
      </p:sp>
      <p:sp>
        <p:nvSpPr>
          <p:cNvPr id="464" name="Google Shape;464;p37"/>
          <p:cNvSpPr txBox="1">
            <a:spLocks noGrp="1"/>
          </p:cNvSpPr>
          <p:nvPr>
            <p:ph type="ctrTitle" idx="2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dirty="0"/>
              <a:t>URL Params</a:t>
            </a:r>
            <a:endParaRPr dirty="0"/>
          </a:p>
        </p:txBody>
      </p:sp>
      <p:sp>
        <p:nvSpPr>
          <p:cNvPr id="465" name="Google Shape;465;p37"/>
          <p:cNvSpPr txBox="1">
            <a:spLocks noGrp="1"/>
          </p:cNvSpPr>
          <p:nvPr>
            <p:ph type="subTitle" idx="3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/>
              <a:t>Used when identifying something specific</a:t>
            </a:r>
            <a:endParaRPr b="1" dirty="0"/>
          </a:p>
        </p:txBody>
      </p:sp>
      <p:sp>
        <p:nvSpPr>
          <p:cNvPr id="466" name="Google Shape;466;p37"/>
          <p:cNvSpPr txBox="1">
            <a:spLocks noGrp="1"/>
          </p:cNvSpPr>
          <p:nvPr>
            <p:ph type="subTitle" idx="5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/>
              <a:t>Used for filtering or optional values</a:t>
            </a:r>
            <a:endParaRPr dirty="0"/>
          </a:p>
        </p:txBody>
      </p:sp>
      <p:grpSp>
        <p:nvGrpSpPr>
          <p:cNvPr id="467" name="Google Shape;467;p37"/>
          <p:cNvGrpSpPr/>
          <p:nvPr/>
        </p:nvGrpSpPr>
        <p:grpSpPr>
          <a:xfrm>
            <a:off x="3851848" y="2570562"/>
            <a:ext cx="1440305" cy="2572929"/>
            <a:chOff x="3851848" y="2570562"/>
            <a:chExt cx="1440305" cy="2572929"/>
          </a:xfrm>
        </p:grpSpPr>
        <p:sp>
          <p:nvSpPr>
            <p:cNvPr id="468" name="Google Shape;468;p37"/>
            <p:cNvSpPr/>
            <p:nvPr/>
          </p:nvSpPr>
          <p:spPr>
            <a:xfrm>
              <a:off x="3851848" y="4010317"/>
              <a:ext cx="1440305" cy="719800"/>
            </a:xfrm>
            <a:custGeom>
              <a:avLst/>
              <a:gdLst/>
              <a:ahLst/>
              <a:cxnLst/>
              <a:rect l="l" t="t" r="r" b="b"/>
              <a:pathLst>
                <a:path w="45006" h="22492" extrusionOk="0">
                  <a:moveTo>
                    <a:pt x="11287" y="22492"/>
                  </a:moveTo>
                  <a:lnTo>
                    <a:pt x="0" y="1"/>
                  </a:lnTo>
                  <a:lnTo>
                    <a:pt x="45006" y="1"/>
                  </a:lnTo>
                  <a:lnTo>
                    <a:pt x="33778" y="22492"/>
                  </a:lnTo>
                  <a:close/>
                </a:path>
              </a:pathLst>
            </a:cu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4213029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22491" y="1"/>
                  </a:lnTo>
                  <a:lnTo>
                    <a:pt x="22491" y="12919"/>
                  </a:lnTo>
                  <a:lnTo>
                    <a:pt x="0" y="1291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3851848" y="2570562"/>
              <a:ext cx="1440305" cy="1439920"/>
            </a:xfrm>
            <a:custGeom>
              <a:avLst/>
              <a:gdLst/>
              <a:ahLst/>
              <a:cxnLst/>
              <a:rect l="l" t="t" r="r" b="b"/>
              <a:pathLst>
                <a:path w="45006" h="44994" extrusionOk="0">
                  <a:moveTo>
                    <a:pt x="0" y="0"/>
                  </a:moveTo>
                  <a:lnTo>
                    <a:pt x="45006" y="0"/>
                  </a:lnTo>
                  <a:lnTo>
                    <a:pt x="45006" y="44994"/>
                  </a:lnTo>
                  <a:lnTo>
                    <a:pt x="0" y="449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37"/>
          <p:cNvGrpSpPr/>
          <p:nvPr/>
        </p:nvGrpSpPr>
        <p:grpSpPr>
          <a:xfrm>
            <a:off x="1349436" y="2570562"/>
            <a:ext cx="1798893" cy="2572929"/>
            <a:chOff x="1349436" y="2570562"/>
            <a:chExt cx="1798893" cy="2572929"/>
          </a:xfrm>
        </p:grpSpPr>
        <p:sp>
          <p:nvSpPr>
            <p:cNvPr id="472" name="Google Shape;472;p37"/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solidFill>
              <a:srgbClr val="1B146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2428436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0" y="12919"/>
                  </a:lnTo>
                  <a:lnTo>
                    <a:pt x="22491" y="12919"/>
                  </a:lnTo>
                  <a:lnTo>
                    <a:pt x="22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349436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1" y="0"/>
                  </a:moveTo>
                  <a:lnTo>
                    <a:pt x="44995" y="0"/>
                  </a:lnTo>
                  <a:lnTo>
                    <a:pt x="44995" y="44994"/>
                  </a:lnTo>
                  <a:lnTo>
                    <a:pt x="1" y="449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37"/>
          <p:cNvGrpSpPr/>
          <p:nvPr/>
        </p:nvGrpSpPr>
        <p:grpSpPr>
          <a:xfrm>
            <a:off x="5995705" y="2570562"/>
            <a:ext cx="1798893" cy="2572929"/>
            <a:chOff x="5995705" y="2570562"/>
            <a:chExt cx="1798893" cy="2572929"/>
          </a:xfrm>
        </p:grpSpPr>
        <p:sp>
          <p:nvSpPr>
            <p:cNvPr id="477" name="Google Shape;477;p37"/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solidFill>
              <a:srgbClr val="1B146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6354614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0" y="0"/>
                  </a:moveTo>
                  <a:lnTo>
                    <a:pt x="44994" y="0"/>
                  </a:lnTo>
                  <a:lnTo>
                    <a:pt x="44994" y="44994"/>
                  </a:lnTo>
                  <a:lnTo>
                    <a:pt x="0" y="4499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5995705" y="4730018"/>
              <a:ext cx="720184" cy="413472"/>
            </a:xfrm>
            <a:custGeom>
              <a:avLst/>
              <a:gdLst/>
              <a:ahLst/>
              <a:cxnLst/>
              <a:rect l="l" t="t" r="r" b="b"/>
              <a:pathLst>
                <a:path w="22504" h="12920" extrusionOk="0">
                  <a:moveTo>
                    <a:pt x="1" y="1"/>
                  </a:moveTo>
                  <a:lnTo>
                    <a:pt x="22503" y="1"/>
                  </a:lnTo>
                  <a:lnTo>
                    <a:pt x="22503" y="12919"/>
                  </a:lnTo>
                  <a:lnTo>
                    <a:pt x="1" y="129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37"/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dirty="0"/>
              <a:t>Query Params</a:t>
            </a:r>
            <a:endParaRPr dirty="0"/>
          </a:p>
        </p:txBody>
      </p:sp>
      <p:sp>
        <p:nvSpPr>
          <p:cNvPr id="482" name="Google Shape;482;p37"/>
          <p:cNvSpPr txBox="1">
            <a:spLocks noGrp="1"/>
          </p:cNvSpPr>
          <p:nvPr>
            <p:ph type="ctrTitle" idx="8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dirty="0"/>
              <a:t>Request Body</a:t>
            </a:r>
            <a:endParaRPr dirty="0"/>
          </a:p>
        </p:txBody>
      </p:sp>
      <p:grpSp>
        <p:nvGrpSpPr>
          <p:cNvPr id="483" name="Google Shape;483;p37"/>
          <p:cNvGrpSpPr/>
          <p:nvPr/>
        </p:nvGrpSpPr>
        <p:grpSpPr>
          <a:xfrm>
            <a:off x="1641422" y="2903249"/>
            <a:ext cx="858761" cy="774103"/>
            <a:chOff x="-2128678" y="-581024"/>
            <a:chExt cx="858761" cy="774103"/>
          </a:xfrm>
        </p:grpSpPr>
        <p:sp>
          <p:nvSpPr>
            <p:cNvPr id="484" name="Google Shape;484;p37"/>
            <p:cNvSpPr/>
            <p:nvPr/>
          </p:nvSpPr>
          <p:spPr>
            <a:xfrm>
              <a:off x="-2128678" y="-581024"/>
              <a:ext cx="555721" cy="774103"/>
            </a:xfrm>
            <a:custGeom>
              <a:avLst/>
              <a:gdLst/>
              <a:ahLst/>
              <a:cxnLst/>
              <a:rect l="l" t="t" r="r" b="b"/>
              <a:pathLst>
                <a:path w="14052" h="19574" extrusionOk="0">
                  <a:moveTo>
                    <a:pt x="7026" y="13540"/>
                  </a:moveTo>
                  <a:cubicBezTo>
                    <a:pt x="7708" y="13540"/>
                    <a:pt x="8267" y="14098"/>
                    <a:pt x="8267" y="14796"/>
                  </a:cubicBezTo>
                  <a:cubicBezTo>
                    <a:pt x="8267" y="15199"/>
                    <a:pt x="8081" y="15572"/>
                    <a:pt x="7770" y="15789"/>
                  </a:cubicBezTo>
                  <a:lnTo>
                    <a:pt x="7770" y="16657"/>
                  </a:lnTo>
                  <a:cubicBezTo>
                    <a:pt x="7770" y="17076"/>
                    <a:pt x="7429" y="17402"/>
                    <a:pt x="7026" y="17402"/>
                  </a:cubicBezTo>
                  <a:cubicBezTo>
                    <a:pt x="6607" y="17402"/>
                    <a:pt x="6266" y="17076"/>
                    <a:pt x="6266" y="16657"/>
                  </a:cubicBezTo>
                  <a:lnTo>
                    <a:pt x="6266" y="15789"/>
                  </a:lnTo>
                  <a:cubicBezTo>
                    <a:pt x="5971" y="15572"/>
                    <a:pt x="5770" y="15199"/>
                    <a:pt x="5770" y="14796"/>
                  </a:cubicBezTo>
                  <a:cubicBezTo>
                    <a:pt x="5770" y="14098"/>
                    <a:pt x="6328" y="13540"/>
                    <a:pt x="7026" y="13540"/>
                  </a:cubicBezTo>
                  <a:close/>
                  <a:moveTo>
                    <a:pt x="6468" y="0"/>
                  </a:moveTo>
                  <a:cubicBezTo>
                    <a:pt x="3800" y="0"/>
                    <a:pt x="1629" y="2187"/>
                    <a:pt x="1629" y="4855"/>
                  </a:cubicBezTo>
                  <a:lnTo>
                    <a:pt x="1629" y="7708"/>
                  </a:lnTo>
                  <a:lnTo>
                    <a:pt x="1086" y="7708"/>
                  </a:lnTo>
                  <a:cubicBezTo>
                    <a:pt x="481" y="7708"/>
                    <a:pt x="0" y="8189"/>
                    <a:pt x="0" y="8794"/>
                  </a:cubicBezTo>
                  <a:lnTo>
                    <a:pt x="0" y="18487"/>
                  </a:lnTo>
                  <a:cubicBezTo>
                    <a:pt x="0" y="19092"/>
                    <a:pt x="481" y="19573"/>
                    <a:pt x="1086" y="19573"/>
                  </a:cubicBezTo>
                  <a:lnTo>
                    <a:pt x="12951" y="19573"/>
                  </a:lnTo>
                  <a:cubicBezTo>
                    <a:pt x="13555" y="19573"/>
                    <a:pt x="14052" y="19092"/>
                    <a:pt x="14052" y="18487"/>
                  </a:cubicBezTo>
                  <a:lnTo>
                    <a:pt x="14052" y="13261"/>
                  </a:lnTo>
                  <a:lnTo>
                    <a:pt x="14052" y="11803"/>
                  </a:lnTo>
                  <a:lnTo>
                    <a:pt x="12594" y="11803"/>
                  </a:lnTo>
                  <a:lnTo>
                    <a:pt x="12594" y="10345"/>
                  </a:lnTo>
                  <a:lnTo>
                    <a:pt x="11136" y="10345"/>
                  </a:lnTo>
                  <a:lnTo>
                    <a:pt x="11136" y="8949"/>
                  </a:lnTo>
                  <a:lnTo>
                    <a:pt x="10484" y="8949"/>
                  </a:lnTo>
                  <a:lnTo>
                    <a:pt x="10484" y="7708"/>
                  </a:lnTo>
                  <a:lnTo>
                    <a:pt x="4777" y="7708"/>
                  </a:lnTo>
                  <a:lnTo>
                    <a:pt x="4777" y="4855"/>
                  </a:lnTo>
                  <a:cubicBezTo>
                    <a:pt x="4777" y="3924"/>
                    <a:pt x="5537" y="3164"/>
                    <a:pt x="6468" y="3164"/>
                  </a:cubicBezTo>
                  <a:lnTo>
                    <a:pt x="7569" y="3164"/>
                  </a:lnTo>
                  <a:cubicBezTo>
                    <a:pt x="8499" y="3164"/>
                    <a:pt x="9259" y="3924"/>
                    <a:pt x="9259" y="4855"/>
                  </a:cubicBezTo>
                  <a:lnTo>
                    <a:pt x="9259" y="5537"/>
                  </a:lnTo>
                  <a:lnTo>
                    <a:pt x="12423" y="5537"/>
                  </a:lnTo>
                  <a:lnTo>
                    <a:pt x="12423" y="4855"/>
                  </a:lnTo>
                  <a:cubicBezTo>
                    <a:pt x="12423" y="2187"/>
                    <a:pt x="10236" y="0"/>
                    <a:pt x="7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-1572978" y="-171927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1"/>
                  </a:moveTo>
                  <a:lnTo>
                    <a:pt x="1" y="1459"/>
                  </a:lnTo>
                  <a:lnTo>
                    <a:pt x="1459" y="1459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-1515316" y="-285987"/>
              <a:ext cx="114134" cy="114095"/>
            </a:xfrm>
            <a:custGeom>
              <a:avLst/>
              <a:gdLst/>
              <a:ahLst/>
              <a:cxnLst/>
              <a:rect l="l" t="t" r="r" b="b"/>
              <a:pathLst>
                <a:path w="2886" h="2885" extrusionOk="0">
                  <a:moveTo>
                    <a:pt x="1427" y="0"/>
                  </a:moveTo>
                  <a:lnTo>
                    <a:pt x="1427" y="1427"/>
                  </a:lnTo>
                  <a:lnTo>
                    <a:pt x="1" y="1427"/>
                  </a:lnTo>
                  <a:lnTo>
                    <a:pt x="1" y="2885"/>
                  </a:lnTo>
                  <a:lnTo>
                    <a:pt x="1458" y="2885"/>
                  </a:lnTo>
                  <a:lnTo>
                    <a:pt x="1458" y="1458"/>
                  </a:lnTo>
                  <a:lnTo>
                    <a:pt x="2885" y="1458"/>
                  </a:lnTo>
                  <a:lnTo>
                    <a:pt x="28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-1516542" y="-343649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8" y="1458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-1630640" y="-229550"/>
              <a:ext cx="57700" cy="57660"/>
            </a:xfrm>
            <a:custGeom>
              <a:avLst/>
              <a:gdLst/>
              <a:ahLst/>
              <a:cxnLst/>
              <a:rect l="l" t="t" r="r" b="b"/>
              <a:pathLst>
                <a:path w="1459" h="1458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-1458287" y="-171294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-1342962" y="-127118"/>
              <a:ext cx="57700" cy="58293"/>
            </a:xfrm>
            <a:custGeom>
              <a:avLst/>
              <a:gdLst/>
              <a:ahLst/>
              <a:cxnLst/>
              <a:rect l="l" t="t" r="r" b="b"/>
              <a:pathLst>
                <a:path w="1459" h="1474" extrusionOk="0">
                  <a:moveTo>
                    <a:pt x="1" y="0"/>
                  </a:moveTo>
                  <a:lnTo>
                    <a:pt x="1" y="1474"/>
                  </a:lnTo>
                  <a:lnTo>
                    <a:pt x="1459" y="1474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-1400625" y="-229550"/>
              <a:ext cx="57700" cy="57660"/>
            </a:xfrm>
            <a:custGeom>
              <a:avLst/>
              <a:gdLst/>
              <a:ahLst/>
              <a:cxnLst/>
              <a:rect l="l" t="t" r="r" b="b"/>
              <a:pathLst>
                <a:path w="1459" h="1458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-1327617" y="-302558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8" y="1458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-1384054" y="-409301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1"/>
                  </a:moveTo>
                  <a:lnTo>
                    <a:pt x="1" y="1459"/>
                  </a:lnTo>
                  <a:lnTo>
                    <a:pt x="1459" y="1459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37"/>
          <p:cNvGrpSpPr/>
          <p:nvPr/>
        </p:nvGrpSpPr>
        <p:grpSpPr>
          <a:xfrm>
            <a:off x="4123000" y="2912749"/>
            <a:ext cx="898027" cy="755103"/>
            <a:chOff x="-3420500" y="-562633"/>
            <a:chExt cx="898027" cy="755103"/>
          </a:xfrm>
        </p:grpSpPr>
        <p:sp>
          <p:nvSpPr>
            <p:cNvPr id="495" name="Google Shape;495;p37"/>
            <p:cNvSpPr/>
            <p:nvPr/>
          </p:nvSpPr>
          <p:spPr>
            <a:xfrm>
              <a:off x="-3251785" y="-284761"/>
              <a:ext cx="90801" cy="90801"/>
            </a:xfrm>
            <a:custGeom>
              <a:avLst/>
              <a:gdLst/>
              <a:ahLst/>
              <a:cxnLst/>
              <a:rect l="l" t="t" r="r" b="b"/>
              <a:pathLst>
                <a:path w="2296" h="2296" extrusionOk="0">
                  <a:moveTo>
                    <a:pt x="1148" y="0"/>
                  </a:moveTo>
                  <a:cubicBezTo>
                    <a:pt x="512" y="0"/>
                    <a:pt x="0" y="512"/>
                    <a:pt x="0" y="1148"/>
                  </a:cubicBezTo>
                  <a:cubicBezTo>
                    <a:pt x="0" y="1784"/>
                    <a:pt x="512" y="2296"/>
                    <a:pt x="1148" y="2296"/>
                  </a:cubicBezTo>
                  <a:cubicBezTo>
                    <a:pt x="1784" y="2296"/>
                    <a:pt x="2295" y="1784"/>
                    <a:pt x="2295" y="1148"/>
                  </a:cubicBezTo>
                  <a:cubicBezTo>
                    <a:pt x="2295" y="512"/>
                    <a:pt x="1784" y="0"/>
                    <a:pt x="1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-3119929" y="-276811"/>
              <a:ext cx="380328" cy="74863"/>
            </a:xfrm>
            <a:custGeom>
              <a:avLst/>
              <a:gdLst/>
              <a:ahLst/>
              <a:cxnLst/>
              <a:rect l="l" t="t" r="r" b="b"/>
              <a:pathLst>
                <a:path w="9617" h="1893" extrusionOk="0">
                  <a:moveTo>
                    <a:pt x="947" y="1"/>
                  </a:moveTo>
                  <a:cubicBezTo>
                    <a:pt x="419" y="1"/>
                    <a:pt x="1" y="435"/>
                    <a:pt x="1" y="947"/>
                  </a:cubicBezTo>
                  <a:cubicBezTo>
                    <a:pt x="1" y="1474"/>
                    <a:pt x="419" y="1893"/>
                    <a:pt x="947" y="1893"/>
                  </a:cubicBezTo>
                  <a:lnTo>
                    <a:pt x="8686" y="1893"/>
                  </a:lnTo>
                  <a:cubicBezTo>
                    <a:pt x="9198" y="1893"/>
                    <a:pt x="9617" y="1474"/>
                    <a:pt x="9617" y="947"/>
                  </a:cubicBezTo>
                  <a:cubicBezTo>
                    <a:pt x="9617" y="435"/>
                    <a:pt x="9198" y="1"/>
                    <a:pt x="8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-3251785" y="-135700"/>
              <a:ext cx="90801" cy="90801"/>
            </a:xfrm>
            <a:custGeom>
              <a:avLst/>
              <a:gdLst/>
              <a:ahLst/>
              <a:cxnLst/>
              <a:rect l="l" t="t" r="r" b="b"/>
              <a:pathLst>
                <a:path w="2296" h="2296" extrusionOk="0">
                  <a:moveTo>
                    <a:pt x="1148" y="0"/>
                  </a:moveTo>
                  <a:cubicBezTo>
                    <a:pt x="512" y="0"/>
                    <a:pt x="0" y="527"/>
                    <a:pt x="0" y="1148"/>
                  </a:cubicBezTo>
                  <a:cubicBezTo>
                    <a:pt x="0" y="1784"/>
                    <a:pt x="512" y="2295"/>
                    <a:pt x="1148" y="2295"/>
                  </a:cubicBezTo>
                  <a:cubicBezTo>
                    <a:pt x="1784" y="2295"/>
                    <a:pt x="2295" y="1784"/>
                    <a:pt x="2295" y="1148"/>
                  </a:cubicBezTo>
                  <a:cubicBezTo>
                    <a:pt x="2295" y="527"/>
                    <a:pt x="1784" y="0"/>
                    <a:pt x="1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-3119929" y="-127118"/>
              <a:ext cx="380328" cy="74231"/>
            </a:xfrm>
            <a:custGeom>
              <a:avLst/>
              <a:gdLst/>
              <a:ahLst/>
              <a:cxnLst/>
              <a:rect l="l" t="t" r="r" b="b"/>
              <a:pathLst>
                <a:path w="9617" h="1877" extrusionOk="0">
                  <a:moveTo>
                    <a:pt x="947" y="0"/>
                  </a:moveTo>
                  <a:cubicBezTo>
                    <a:pt x="419" y="0"/>
                    <a:pt x="1" y="419"/>
                    <a:pt x="1" y="931"/>
                  </a:cubicBezTo>
                  <a:cubicBezTo>
                    <a:pt x="1" y="1458"/>
                    <a:pt x="419" y="1877"/>
                    <a:pt x="947" y="1877"/>
                  </a:cubicBezTo>
                  <a:lnTo>
                    <a:pt x="8686" y="1877"/>
                  </a:lnTo>
                  <a:cubicBezTo>
                    <a:pt x="9198" y="1877"/>
                    <a:pt x="9617" y="1458"/>
                    <a:pt x="9617" y="931"/>
                  </a:cubicBezTo>
                  <a:cubicBezTo>
                    <a:pt x="9617" y="419"/>
                    <a:pt x="9198" y="0"/>
                    <a:pt x="8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-2754973" y="-30222"/>
              <a:ext cx="232500" cy="222692"/>
            </a:xfrm>
            <a:custGeom>
              <a:avLst/>
              <a:gdLst/>
              <a:ahLst/>
              <a:cxnLst/>
              <a:rect l="l" t="t" r="r" b="b"/>
              <a:pathLst>
                <a:path w="5879" h="5631" extrusionOk="0">
                  <a:moveTo>
                    <a:pt x="1381" y="1"/>
                  </a:moveTo>
                  <a:cubicBezTo>
                    <a:pt x="1055" y="1"/>
                    <a:pt x="730" y="125"/>
                    <a:pt x="497" y="357"/>
                  </a:cubicBezTo>
                  <a:cubicBezTo>
                    <a:pt x="1" y="854"/>
                    <a:pt x="1" y="1645"/>
                    <a:pt x="497" y="2141"/>
                  </a:cubicBezTo>
                  <a:lnTo>
                    <a:pt x="1164" y="2808"/>
                  </a:lnTo>
                  <a:lnTo>
                    <a:pt x="497" y="3475"/>
                  </a:lnTo>
                  <a:cubicBezTo>
                    <a:pt x="1" y="3971"/>
                    <a:pt x="1" y="4762"/>
                    <a:pt x="497" y="5258"/>
                  </a:cubicBezTo>
                  <a:cubicBezTo>
                    <a:pt x="730" y="5491"/>
                    <a:pt x="1055" y="5631"/>
                    <a:pt x="1381" y="5631"/>
                  </a:cubicBezTo>
                  <a:cubicBezTo>
                    <a:pt x="1722" y="5631"/>
                    <a:pt x="2033" y="5491"/>
                    <a:pt x="2281" y="5258"/>
                  </a:cubicBezTo>
                  <a:lnTo>
                    <a:pt x="2948" y="4591"/>
                  </a:lnTo>
                  <a:lnTo>
                    <a:pt x="3615" y="5258"/>
                  </a:lnTo>
                  <a:cubicBezTo>
                    <a:pt x="3847" y="5491"/>
                    <a:pt x="4157" y="5631"/>
                    <a:pt x="4499" y="5631"/>
                  </a:cubicBezTo>
                  <a:cubicBezTo>
                    <a:pt x="4840" y="5631"/>
                    <a:pt x="5150" y="5491"/>
                    <a:pt x="5383" y="5258"/>
                  </a:cubicBezTo>
                  <a:cubicBezTo>
                    <a:pt x="5879" y="4762"/>
                    <a:pt x="5879" y="3971"/>
                    <a:pt x="5383" y="3475"/>
                  </a:cubicBezTo>
                  <a:lnTo>
                    <a:pt x="4716" y="2808"/>
                  </a:lnTo>
                  <a:lnTo>
                    <a:pt x="5383" y="2141"/>
                  </a:lnTo>
                  <a:cubicBezTo>
                    <a:pt x="5879" y="1645"/>
                    <a:pt x="5879" y="854"/>
                    <a:pt x="5383" y="357"/>
                  </a:cubicBezTo>
                  <a:cubicBezTo>
                    <a:pt x="5150" y="125"/>
                    <a:pt x="4840" y="1"/>
                    <a:pt x="4499" y="1"/>
                  </a:cubicBezTo>
                  <a:cubicBezTo>
                    <a:pt x="4157" y="1"/>
                    <a:pt x="3847" y="125"/>
                    <a:pt x="3615" y="357"/>
                  </a:cubicBezTo>
                  <a:lnTo>
                    <a:pt x="2948" y="1024"/>
                  </a:lnTo>
                  <a:lnTo>
                    <a:pt x="2281" y="357"/>
                  </a:lnTo>
                  <a:cubicBezTo>
                    <a:pt x="2033" y="125"/>
                    <a:pt x="1722" y="1"/>
                    <a:pt x="1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-3420500" y="-562633"/>
              <a:ext cx="812780" cy="670449"/>
            </a:xfrm>
            <a:custGeom>
              <a:avLst/>
              <a:gdLst/>
              <a:ahLst/>
              <a:cxnLst/>
              <a:rect l="l" t="t" r="r" b="b"/>
              <a:pathLst>
                <a:path w="20552" h="16953" extrusionOk="0">
                  <a:moveTo>
                    <a:pt x="621" y="0"/>
                  </a:moveTo>
                  <a:cubicBezTo>
                    <a:pt x="280" y="0"/>
                    <a:pt x="1" y="280"/>
                    <a:pt x="1" y="636"/>
                  </a:cubicBezTo>
                  <a:lnTo>
                    <a:pt x="1" y="16316"/>
                  </a:lnTo>
                  <a:cubicBezTo>
                    <a:pt x="1" y="16658"/>
                    <a:pt x="280" y="16952"/>
                    <a:pt x="621" y="16952"/>
                  </a:cubicBezTo>
                  <a:lnTo>
                    <a:pt x="15852" y="16952"/>
                  </a:lnTo>
                  <a:cubicBezTo>
                    <a:pt x="15945" y="16704"/>
                    <a:pt x="16069" y="16487"/>
                    <a:pt x="16239" y="16270"/>
                  </a:cubicBezTo>
                  <a:cubicBezTo>
                    <a:pt x="16100" y="16099"/>
                    <a:pt x="15976" y="15898"/>
                    <a:pt x="15898" y="15696"/>
                  </a:cubicBezTo>
                  <a:lnTo>
                    <a:pt x="1257" y="15696"/>
                  </a:lnTo>
                  <a:lnTo>
                    <a:pt x="1257" y="4839"/>
                  </a:lnTo>
                  <a:lnTo>
                    <a:pt x="19295" y="4839"/>
                  </a:lnTo>
                  <a:lnTo>
                    <a:pt x="19295" y="12439"/>
                  </a:lnTo>
                  <a:cubicBezTo>
                    <a:pt x="19465" y="12532"/>
                    <a:pt x="19620" y="12625"/>
                    <a:pt x="19776" y="12734"/>
                  </a:cubicBezTo>
                  <a:cubicBezTo>
                    <a:pt x="20008" y="12548"/>
                    <a:pt x="20272" y="12408"/>
                    <a:pt x="20551" y="12315"/>
                  </a:cubicBezTo>
                  <a:lnTo>
                    <a:pt x="20551" y="636"/>
                  </a:lnTo>
                  <a:cubicBezTo>
                    <a:pt x="20551" y="280"/>
                    <a:pt x="20272" y="0"/>
                    <a:pt x="19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1" name="Google Shape;501;p37"/>
          <p:cNvSpPr/>
          <p:nvPr/>
        </p:nvSpPr>
        <p:spPr>
          <a:xfrm>
            <a:off x="6643821" y="2926246"/>
            <a:ext cx="950761" cy="728109"/>
          </a:xfrm>
          <a:custGeom>
            <a:avLst/>
            <a:gdLst/>
            <a:ahLst/>
            <a:cxnLst/>
            <a:rect l="l" t="t" r="r" b="b"/>
            <a:pathLst>
              <a:path w="24041" h="18411" extrusionOk="0">
                <a:moveTo>
                  <a:pt x="23265" y="7972"/>
                </a:moveTo>
                <a:lnTo>
                  <a:pt x="23265" y="10454"/>
                </a:lnTo>
                <a:lnTo>
                  <a:pt x="16379" y="10454"/>
                </a:lnTo>
                <a:lnTo>
                  <a:pt x="16379" y="7972"/>
                </a:lnTo>
                <a:close/>
                <a:moveTo>
                  <a:pt x="19326" y="3288"/>
                </a:moveTo>
                <a:lnTo>
                  <a:pt x="19326" y="7197"/>
                </a:lnTo>
                <a:lnTo>
                  <a:pt x="15976" y="7197"/>
                </a:lnTo>
                <a:cubicBezTo>
                  <a:pt x="15774" y="7197"/>
                  <a:pt x="15603" y="7352"/>
                  <a:pt x="15603" y="7553"/>
                </a:cubicBezTo>
                <a:lnTo>
                  <a:pt x="15603" y="10857"/>
                </a:lnTo>
                <a:cubicBezTo>
                  <a:pt x="15603" y="11059"/>
                  <a:pt x="15774" y="11229"/>
                  <a:pt x="15976" y="11229"/>
                </a:cubicBezTo>
                <a:lnTo>
                  <a:pt x="19326" y="11229"/>
                </a:lnTo>
                <a:lnTo>
                  <a:pt x="19326" y="16208"/>
                </a:lnTo>
                <a:lnTo>
                  <a:pt x="10532" y="16208"/>
                </a:lnTo>
                <a:lnTo>
                  <a:pt x="10532" y="14750"/>
                </a:lnTo>
                <a:cubicBezTo>
                  <a:pt x="10532" y="14548"/>
                  <a:pt x="10361" y="14378"/>
                  <a:pt x="10160" y="14378"/>
                </a:cubicBezTo>
                <a:lnTo>
                  <a:pt x="5755" y="14378"/>
                </a:lnTo>
                <a:lnTo>
                  <a:pt x="5755" y="11229"/>
                </a:lnTo>
                <a:lnTo>
                  <a:pt x="10160" y="11229"/>
                </a:lnTo>
                <a:cubicBezTo>
                  <a:pt x="10361" y="11229"/>
                  <a:pt x="10532" y="11059"/>
                  <a:pt x="10532" y="10857"/>
                </a:cubicBezTo>
                <a:lnTo>
                  <a:pt x="10532" y="7553"/>
                </a:lnTo>
                <a:cubicBezTo>
                  <a:pt x="10532" y="7352"/>
                  <a:pt x="10361" y="7197"/>
                  <a:pt x="10160" y="7197"/>
                </a:cubicBezTo>
                <a:lnTo>
                  <a:pt x="5755" y="7197"/>
                </a:lnTo>
                <a:lnTo>
                  <a:pt x="5755" y="4033"/>
                </a:lnTo>
                <a:lnTo>
                  <a:pt x="10160" y="4033"/>
                </a:lnTo>
                <a:cubicBezTo>
                  <a:pt x="10361" y="4033"/>
                  <a:pt x="10532" y="3878"/>
                  <a:pt x="10532" y="3661"/>
                </a:cubicBezTo>
                <a:lnTo>
                  <a:pt x="10532" y="3288"/>
                </a:lnTo>
                <a:close/>
                <a:moveTo>
                  <a:pt x="373" y="0"/>
                </a:moveTo>
                <a:cubicBezTo>
                  <a:pt x="171" y="0"/>
                  <a:pt x="1" y="171"/>
                  <a:pt x="1" y="372"/>
                </a:cubicBezTo>
                <a:lnTo>
                  <a:pt x="1" y="3661"/>
                </a:lnTo>
                <a:cubicBezTo>
                  <a:pt x="1" y="3878"/>
                  <a:pt x="171" y="4033"/>
                  <a:pt x="373" y="4033"/>
                </a:cubicBezTo>
                <a:lnTo>
                  <a:pt x="4778" y="4033"/>
                </a:lnTo>
                <a:lnTo>
                  <a:pt x="4778" y="7197"/>
                </a:lnTo>
                <a:lnTo>
                  <a:pt x="373" y="7197"/>
                </a:lnTo>
                <a:cubicBezTo>
                  <a:pt x="171" y="7197"/>
                  <a:pt x="1" y="7352"/>
                  <a:pt x="1" y="7553"/>
                </a:cubicBezTo>
                <a:lnTo>
                  <a:pt x="1" y="10857"/>
                </a:lnTo>
                <a:cubicBezTo>
                  <a:pt x="1" y="11059"/>
                  <a:pt x="171" y="11229"/>
                  <a:pt x="373" y="11229"/>
                </a:cubicBezTo>
                <a:lnTo>
                  <a:pt x="4778" y="11229"/>
                </a:lnTo>
                <a:lnTo>
                  <a:pt x="4778" y="14378"/>
                </a:lnTo>
                <a:lnTo>
                  <a:pt x="373" y="14378"/>
                </a:lnTo>
                <a:cubicBezTo>
                  <a:pt x="171" y="14378"/>
                  <a:pt x="1" y="14548"/>
                  <a:pt x="1" y="14750"/>
                </a:cubicBezTo>
                <a:lnTo>
                  <a:pt x="1" y="18053"/>
                </a:lnTo>
                <a:cubicBezTo>
                  <a:pt x="1" y="18255"/>
                  <a:pt x="171" y="18410"/>
                  <a:pt x="373" y="18410"/>
                </a:cubicBezTo>
                <a:lnTo>
                  <a:pt x="10160" y="18410"/>
                </a:lnTo>
                <a:cubicBezTo>
                  <a:pt x="10361" y="18410"/>
                  <a:pt x="10532" y="18255"/>
                  <a:pt x="10532" y="18053"/>
                </a:cubicBezTo>
                <a:lnTo>
                  <a:pt x="10532" y="17185"/>
                </a:lnTo>
                <a:lnTo>
                  <a:pt x="19822" y="17185"/>
                </a:lnTo>
                <a:cubicBezTo>
                  <a:pt x="20101" y="17185"/>
                  <a:pt x="20318" y="16968"/>
                  <a:pt x="20318" y="16704"/>
                </a:cubicBezTo>
                <a:lnTo>
                  <a:pt x="20318" y="11229"/>
                </a:lnTo>
                <a:lnTo>
                  <a:pt x="23668" y="11229"/>
                </a:lnTo>
                <a:cubicBezTo>
                  <a:pt x="23870" y="11229"/>
                  <a:pt x="24041" y="11059"/>
                  <a:pt x="24041" y="10857"/>
                </a:cubicBezTo>
                <a:lnTo>
                  <a:pt x="24041" y="7553"/>
                </a:lnTo>
                <a:cubicBezTo>
                  <a:pt x="24041" y="7352"/>
                  <a:pt x="23870" y="7197"/>
                  <a:pt x="23668" y="7197"/>
                </a:cubicBezTo>
                <a:lnTo>
                  <a:pt x="20318" y="7197"/>
                </a:lnTo>
                <a:lnTo>
                  <a:pt x="20318" y="2792"/>
                </a:lnTo>
                <a:cubicBezTo>
                  <a:pt x="20318" y="2513"/>
                  <a:pt x="20101" y="2296"/>
                  <a:pt x="19822" y="2296"/>
                </a:cubicBezTo>
                <a:lnTo>
                  <a:pt x="10532" y="2296"/>
                </a:lnTo>
                <a:lnTo>
                  <a:pt x="10532" y="372"/>
                </a:lnTo>
                <a:cubicBezTo>
                  <a:pt x="10532" y="171"/>
                  <a:pt x="10361" y="0"/>
                  <a:pt x="10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>
          <a:extLst>
            <a:ext uri="{FF2B5EF4-FFF2-40B4-BE49-F238E27FC236}">
              <a16:creationId xmlns:a16="http://schemas.microsoft.com/office/drawing/2014/main" id="{278CD6EF-B6C9-08B9-F10A-5CA8DA8D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>
            <a:extLst>
              <a:ext uri="{FF2B5EF4-FFF2-40B4-BE49-F238E27FC236}">
                <a16:creationId xmlns:a16="http://schemas.microsoft.com/office/drawing/2014/main" id="{1973409C-6A74-D91F-0117-8DABC2FC47B6}"/>
              </a:ext>
            </a:extLst>
          </p:cNvPr>
          <p:cNvSpPr txBox="1"/>
          <p:nvPr/>
        </p:nvSpPr>
        <p:spPr>
          <a:xfrm>
            <a:off x="2510100" y="1430375"/>
            <a:ext cx="4123800" cy="34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Example: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PATCH /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api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/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todos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/123</a:t>
            </a: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Route:</a:t>
            </a:r>
            <a:b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</a:b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router.patch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("/:id", 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updateTodo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);</a:t>
            </a: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Access it using: </a:t>
            </a:r>
          </a:p>
          <a:p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r>
              <a:rPr lang="en-CA" b="1" dirty="0">
                <a:solidFill>
                  <a:schemeClr val="dk1"/>
                </a:solidFill>
                <a:latin typeface="Overpass Mono"/>
                <a:sym typeface="Overpass Mono"/>
              </a:rPr>
              <a:t>req.params.id</a:t>
            </a: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r>
              <a:rPr lang="en-CA" b="1" dirty="0">
                <a:solidFill>
                  <a:schemeClr val="dk1"/>
                </a:solidFill>
                <a:latin typeface="Overpass Mono"/>
                <a:sym typeface="Overpass Mono"/>
              </a:rPr>
              <a:t>But these won’t work without:</a:t>
            </a:r>
          </a:p>
          <a:p>
            <a:r>
              <a:rPr lang="en-CA" b="1" dirty="0" err="1">
                <a:solidFill>
                  <a:schemeClr val="dk1"/>
                </a:solidFill>
                <a:latin typeface="Overpass Mono"/>
                <a:sym typeface="Overpass Mono"/>
              </a:rPr>
              <a:t>app.use</a:t>
            </a:r>
            <a:r>
              <a:rPr lang="en-CA" b="1" dirty="0">
                <a:solidFill>
                  <a:schemeClr val="dk1"/>
                </a:solidFill>
                <a:latin typeface="Overpass Mono"/>
                <a:sym typeface="Overpass Mono"/>
              </a:rPr>
              <a:t>(</a:t>
            </a:r>
            <a:r>
              <a:rPr lang="en-CA" b="1" dirty="0" err="1">
                <a:solidFill>
                  <a:schemeClr val="dk1"/>
                </a:solidFill>
                <a:latin typeface="Overpass Mono"/>
                <a:sym typeface="Overpass Mono"/>
              </a:rPr>
              <a:t>express.json</a:t>
            </a:r>
            <a:r>
              <a:rPr lang="en-CA" b="1" dirty="0">
                <a:solidFill>
                  <a:schemeClr val="dk1"/>
                </a:solidFill>
                <a:latin typeface="Overpass Mono"/>
                <a:sym typeface="Overpass Mono"/>
              </a:rPr>
              <a:t>());</a:t>
            </a:r>
            <a:endParaRPr lang="en-CA" dirty="0"/>
          </a:p>
        </p:txBody>
      </p:sp>
      <p:sp>
        <p:nvSpPr>
          <p:cNvPr id="856" name="Google Shape;856;p50">
            <a:extLst>
              <a:ext uri="{FF2B5EF4-FFF2-40B4-BE49-F238E27FC236}">
                <a16:creationId xmlns:a16="http://schemas.microsoft.com/office/drawing/2014/main" id="{E7D41A90-CB5F-0275-91C8-4049D4AF3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8000" y="140124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URL Params</a:t>
            </a:r>
            <a:endParaRPr dirty="0"/>
          </a:p>
        </p:txBody>
      </p:sp>
      <p:sp>
        <p:nvSpPr>
          <p:cNvPr id="857" name="Google Shape;857;p50">
            <a:extLst>
              <a:ext uri="{FF2B5EF4-FFF2-40B4-BE49-F238E27FC236}">
                <a16:creationId xmlns:a16="http://schemas.microsoft.com/office/drawing/2014/main" id="{4FF50340-A0F1-0E70-5712-81E066DE4B22}"/>
              </a:ext>
            </a:extLst>
          </p:cNvPr>
          <p:cNvSpPr/>
          <p:nvPr/>
        </p:nvSpPr>
        <p:spPr>
          <a:xfrm flipH="1">
            <a:off x="2510100" y="3391933"/>
            <a:ext cx="3175205" cy="316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74;p32">
            <a:extLst>
              <a:ext uri="{FF2B5EF4-FFF2-40B4-BE49-F238E27FC236}">
                <a16:creationId xmlns:a16="http://schemas.microsoft.com/office/drawing/2014/main" id="{3220344E-331B-F336-E9C4-79311F2A1FF0}"/>
              </a:ext>
            </a:extLst>
          </p:cNvPr>
          <p:cNvSpPr txBox="1">
            <a:spLocks/>
          </p:cNvSpPr>
          <p:nvPr/>
        </p:nvSpPr>
        <p:spPr>
          <a:xfrm>
            <a:off x="262294" y="6718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Used when identifying something specific</a:t>
            </a:r>
            <a:endParaRPr lang="en-C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06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>
          <a:extLst>
            <a:ext uri="{FF2B5EF4-FFF2-40B4-BE49-F238E27FC236}">
              <a16:creationId xmlns:a16="http://schemas.microsoft.com/office/drawing/2014/main" id="{47531A52-299D-83A1-2A88-8F29C7E8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>
            <a:extLst>
              <a:ext uri="{FF2B5EF4-FFF2-40B4-BE49-F238E27FC236}">
                <a16:creationId xmlns:a16="http://schemas.microsoft.com/office/drawing/2014/main" id="{040466C0-4663-FE63-FF29-6B0B3BC134FA}"/>
              </a:ext>
            </a:extLst>
          </p:cNvPr>
          <p:cNvSpPr txBox="1"/>
          <p:nvPr/>
        </p:nvSpPr>
        <p:spPr>
          <a:xfrm>
            <a:off x="2510100" y="1430375"/>
            <a:ext cx="4123800" cy="34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Example: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GET /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api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/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todos?completed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=true</a:t>
            </a: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Access it using: </a:t>
            </a: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r>
              <a:rPr lang="en-CA" b="1" dirty="0" err="1">
                <a:solidFill>
                  <a:schemeClr val="dk1"/>
                </a:solidFill>
                <a:latin typeface="Overpass Mono"/>
                <a:sym typeface="Overpass Mono"/>
              </a:rPr>
              <a:t>req.query.completed</a:t>
            </a:r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</p:txBody>
      </p:sp>
      <p:sp>
        <p:nvSpPr>
          <p:cNvPr id="856" name="Google Shape;856;p50">
            <a:extLst>
              <a:ext uri="{FF2B5EF4-FFF2-40B4-BE49-F238E27FC236}">
                <a16:creationId xmlns:a16="http://schemas.microsoft.com/office/drawing/2014/main" id="{F8D4CFBC-838E-1A99-E0FD-C2FDF48CC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8000" y="140124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Query Params</a:t>
            </a:r>
            <a:endParaRPr dirty="0"/>
          </a:p>
        </p:txBody>
      </p:sp>
      <p:sp>
        <p:nvSpPr>
          <p:cNvPr id="857" name="Google Shape;857;p50">
            <a:extLst>
              <a:ext uri="{FF2B5EF4-FFF2-40B4-BE49-F238E27FC236}">
                <a16:creationId xmlns:a16="http://schemas.microsoft.com/office/drawing/2014/main" id="{6CE055EF-C170-3A4B-FC64-FA16A2DC93E0}"/>
              </a:ext>
            </a:extLst>
          </p:cNvPr>
          <p:cNvSpPr/>
          <p:nvPr/>
        </p:nvSpPr>
        <p:spPr>
          <a:xfrm flipH="1">
            <a:off x="2510100" y="2759415"/>
            <a:ext cx="3175205" cy="316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74;p32">
            <a:extLst>
              <a:ext uri="{FF2B5EF4-FFF2-40B4-BE49-F238E27FC236}">
                <a16:creationId xmlns:a16="http://schemas.microsoft.com/office/drawing/2014/main" id="{CA4DAEAB-C488-5D56-1B77-7158B0D9B24B}"/>
              </a:ext>
            </a:extLst>
          </p:cNvPr>
          <p:cNvSpPr txBox="1">
            <a:spLocks/>
          </p:cNvSpPr>
          <p:nvPr/>
        </p:nvSpPr>
        <p:spPr>
          <a:xfrm>
            <a:off x="262294" y="6718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Used for filtering or optional values</a:t>
            </a:r>
            <a:endParaRPr lang="en-C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97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>
          <a:extLst>
            <a:ext uri="{FF2B5EF4-FFF2-40B4-BE49-F238E27FC236}">
              <a16:creationId xmlns:a16="http://schemas.microsoft.com/office/drawing/2014/main" id="{2AD7BA83-73C5-0819-879F-B0C8EBB8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>
            <a:extLst>
              <a:ext uri="{FF2B5EF4-FFF2-40B4-BE49-F238E27FC236}">
                <a16:creationId xmlns:a16="http://schemas.microsoft.com/office/drawing/2014/main" id="{71D063FE-A1AB-9F40-302C-FCAF0D2A9CC4}"/>
              </a:ext>
            </a:extLst>
          </p:cNvPr>
          <p:cNvSpPr txBox="1"/>
          <p:nvPr/>
        </p:nvSpPr>
        <p:spPr>
          <a:xfrm>
            <a:off x="2510100" y="1430375"/>
            <a:ext cx="4123800" cy="34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Example: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{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 "title": "Learn Docker",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 "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isCompleted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": false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}</a:t>
            </a: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Access it using: </a:t>
            </a: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r>
              <a:rPr lang="en-CA" b="1" dirty="0" err="1">
                <a:solidFill>
                  <a:schemeClr val="dk1"/>
                </a:solidFill>
                <a:latin typeface="Overpass Mono"/>
                <a:sym typeface="Overpass Mono"/>
              </a:rPr>
              <a:t>req.body</a:t>
            </a:r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</p:txBody>
      </p:sp>
      <p:sp>
        <p:nvSpPr>
          <p:cNvPr id="856" name="Google Shape;856;p50">
            <a:extLst>
              <a:ext uri="{FF2B5EF4-FFF2-40B4-BE49-F238E27FC236}">
                <a16:creationId xmlns:a16="http://schemas.microsoft.com/office/drawing/2014/main" id="{65058D01-EDC8-0493-75D1-7B9D97000D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8000" y="140124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Request Body</a:t>
            </a:r>
            <a:endParaRPr dirty="0"/>
          </a:p>
        </p:txBody>
      </p:sp>
      <p:sp>
        <p:nvSpPr>
          <p:cNvPr id="857" name="Google Shape;857;p50">
            <a:extLst>
              <a:ext uri="{FF2B5EF4-FFF2-40B4-BE49-F238E27FC236}">
                <a16:creationId xmlns:a16="http://schemas.microsoft.com/office/drawing/2014/main" id="{D265933D-6D60-D2E2-4C78-3C1A60622BAE}"/>
              </a:ext>
            </a:extLst>
          </p:cNvPr>
          <p:cNvSpPr/>
          <p:nvPr/>
        </p:nvSpPr>
        <p:spPr>
          <a:xfrm flipH="1">
            <a:off x="2510100" y="3405683"/>
            <a:ext cx="3175205" cy="316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74;p32">
            <a:extLst>
              <a:ext uri="{FF2B5EF4-FFF2-40B4-BE49-F238E27FC236}">
                <a16:creationId xmlns:a16="http://schemas.microsoft.com/office/drawing/2014/main" id="{4A4AFE16-F92A-4BCB-F9BB-08CF3349F2C0}"/>
              </a:ext>
            </a:extLst>
          </p:cNvPr>
          <p:cNvSpPr txBox="1">
            <a:spLocks/>
          </p:cNvSpPr>
          <p:nvPr/>
        </p:nvSpPr>
        <p:spPr>
          <a:xfrm>
            <a:off x="262294" y="6718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2000" dirty="0">
                <a:solidFill>
                  <a:schemeClr val="bg1"/>
                </a:solidFill>
              </a:rPr>
              <a:t>Used for sending data</a:t>
            </a:r>
          </a:p>
        </p:txBody>
      </p:sp>
    </p:spTree>
    <p:extLst>
      <p:ext uri="{BB962C8B-B14F-4D97-AF65-F5344CB8AC3E}">
        <p14:creationId xmlns:p14="http://schemas.microsoft.com/office/powerpoint/2010/main" val="1977934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1FC5274B-933C-2634-2344-61E7A93A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C66C102A-0155-7D70-370D-131E836F7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 algn="r"/>
            <a:r>
              <a:rPr lang="en-CA" dirty="0"/>
              <a:t>APIs: Read, Update &amp; Delete</a:t>
            </a: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D4D11280-1496-1711-6B26-64739B4195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935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6"/>
          <p:cNvSpPr/>
          <p:nvPr/>
        </p:nvSpPr>
        <p:spPr>
          <a:xfrm>
            <a:off x="0" y="2123344"/>
            <a:ext cx="3504300" cy="154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6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r>
              <a:rPr lang="en-CA" dirty="0"/>
              <a:t>a</a:t>
            </a:r>
            <a:r>
              <a:rPr lang="en" dirty="0"/>
              <a:t>ckend APIs</a:t>
            </a:r>
            <a:endParaRPr dirty="0"/>
          </a:p>
        </p:txBody>
      </p:sp>
      <p:sp>
        <p:nvSpPr>
          <p:cNvPr id="694" name="Google Shape;694;p46"/>
          <p:cNvSpPr txBox="1">
            <a:spLocks noGrp="1"/>
          </p:cNvSpPr>
          <p:nvPr>
            <p:ph type="subTitle" idx="4294967295"/>
          </p:nvPr>
        </p:nvSpPr>
        <p:spPr>
          <a:xfrm flipH="1">
            <a:off x="870575" y="2926050"/>
            <a:ext cx="2435700" cy="44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To do app’s APIs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695" name="Google Shape;695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0600" y="1316950"/>
            <a:ext cx="2697600" cy="273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</a:rPr>
              <a:t>Create (POST)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696" name="Google Shape;696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00" y="1603325"/>
            <a:ext cx="2698800" cy="273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>
              <a:buNone/>
            </a:pPr>
            <a:r>
              <a:rPr lang="en-CA" sz="1400" dirty="0"/>
              <a:t>/</a:t>
            </a:r>
            <a:r>
              <a:rPr lang="en-CA" sz="1400" dirty="0" err="1"/>
              <a:t>api</a:t>
            </a:r>
            <a:r>
              <a:rPr lang="en-CA" sz="1400" dirty="0"/>
              <a:t>/</a:t>
            </a:r>
            <a:r>
              <a:rPr lang="en-CA" sz="1400" dirty="0" err="1"/>
              <a:t>todos</a:t>
            </a:r>
            <a:endParaRPr sz="1400" dirty="0"/>
          </a:p>
        </p:txBody>
      </p:sp>
      <p:sp>
        <p:nvSpPr>
          <p:cNvPr id="697" name="Google Shape;697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0600" y="2180501"/>
            <a:ext cx="2697600" cy="274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</a:rPr>
              <a:t>Read (GET)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698" name="Google Shape;698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75" y="246510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>
              <a:buNone/>
            </a:pPr>
            <a:r>
              <a:rPr lang="en-CA" sz="1400" dirty="0"/>
              <a:t>/</a:t>
            </a:r>
            <a:r>
              <a:rPr lang="en-CA" sz="1400" dirty="0" err="1"/>
              <a:t>api</a:t>
            </a:r>
            <a:r>
              <a:rPr lang="en-CA" sz="1400" dirty="0"/>
              <a:t>/</a:t>
            </a:r>
            <a:r>
              <a:rPr lang="en-CA" sz="1400" dirty="0" err="1"/>
              <a:t>todos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  <p:sp>
        <p:nvSpPr>
          <p:cNvPr id="699" name="Google Shape;699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39549" y="3097500"/>
            <a:ext cx="3529441" cy="27075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</a:rPr>
              <a:t>Update (PATCH/PUT)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700" name="Google Shape;700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75" y="338210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>
              <a:buNone/>
            </a:pPr>
            <a:r>
              <a:rPr lang="en-CA" sz="1400" dirty="0"/>
              <a:t>/</a:t>
            </a:r>
            <a:r>
              <a:rPr lang="en-CA" sz="1400" dirty="0" err="1"/>
              <a:t>api</a:t>
            </a:r>
            <a:r>
              <a:rPr lang="en-CA" sz="1400" dirty="0"/>
              <a:t>/</a:t>
            </a:r>
            <a:r>
              <a:rPr lang="en-CA" sz="1400" dirty="0" err="1"/>
              <a:t>todos</a:t>
            </a:r>
            <a:r>
              <a:rPr lang="en-CA" sz="1400" dirty="0"/>
              <a:t>/:id</a:t>
            </a:r>
            <a:endParaRPr sz="1400" dirty="0"/>
          </a:p>
        </p:txBody>
      </p:sp>
      <p:sp>
        <p:nvSpPr>
          <p:cNvPr id="701" name="Google Shape;701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0674" y="3953551"/>
            <a:ext cx="2937051" cy="27075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</a:rPr>
              <a:t>Delete (DELETE)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702" name="Google Shape;702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75" y="423815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>
              <a:buNone/>
            </a:pPr>
            <a:r>
              <a:rPr lang="en-CA" sz="1400" dirty="0"/>
              <a:t>/</a:t>
            </a:r>
            <a:r>
              <a:rPr lang="en-CA" sz="1400" dirty="0" err="1"/>
              <a:t>api</a:t>
            </a:r>
            <a:r>
              <a:rPr lang="en-CA" sz="1400" dirty="0"/>
              <a:t>/</a:t>
            </a:r>
            <a:r>
              <a:rPr lang="en-CA" sz="1400" dirty="0" err="1"/>
              <a:t>todos</a:t>
            </a:r>
            <a:r>
              <a:rPr lang="en-CA" sz="1400" dirty="0"/>
              <a:t>/:id</a:t>
            </a:r>
            <a:endParaRPr sz="1400" dirty="0"/>
          </a:p>
        </p:txBody>
      </p:sp>
      <p:sp>
        <p:nvSpPr>
          <p:cNvPr id="703" name="Google Shape;703;p46"/>
          <p:cNvSpPr/>
          <p:nvPr/>
        </p:nvSpPr>
        <p:spPr>
          <a:xfrm>
            <a:off x="0" y="2610900"/>
            <a:ext cx="1785055" cy="188756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6"/>
          <p:cNvSpPr txBox="1">
            <a:spLocks noGrp="1"/>
          </p:cNvSpPr>
          <p:nvPr>
            <p:ph type="ctrTitle" idx="4294967295"/>
          </p:nvPr>
        </p:nvSpPr>
        <p:spPr>
          <a:xfrm flipH="1">
            <a:off x="870550" y="2465100"/>
            <a:ext cx="2435700" cy="39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</a:rPr>
              <a:t>CRUD</a:t>
            </a: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705" name="Google Shape;705;p46"/>
          <p:cNvSpPr/>
          <p:nvPr/>
        </p:nvSpPr>
        <p:spPr>
          <a:xfrm flipH="1">
            <a:off x="1165475" y="3815600"/>
            <a:ext cx="2338825" cy="133867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6"/>
          <p:cNvSpPr/>
          <p:nvPr/>
        </p:nvSpPr>
        <p:spPr>
          <a:xfrm flipH="1">
            <a:off x="5500" y="3815594"/>
            <a:ext cx="1159976" cy="133894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6"/>
          <p:cNvSpPr/>
          <p:nvPr/>
        </p:nvSpPr>
        <p:spPr>
          <a:xfrm flipH="1">
            <a:off x="1198717" y="4037295"/>
            <a:ext cx="1710557" cy="133894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6"/>
          <p:cNvSpPr/>
          <p:nvPr/>
        </p:nvSpPr>
        <p:spPr>
          <a:xfrm flipH="1">
            <a:off x="1198727" y="4037295"/>
            <a:ext cx="497188" cy="133894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6"/>
          <p:cNvSpPr/>
          <p:nvPr/>
        </p:nvSpPr>
        <p:spPr>
          <a:xfrm flipH="1">
            <a:off x="5505" y="4037295"/>
            <a:ext cx="579996" cy="133894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6"/>
          <p:cNvSpPr/>
          <p:nvPr/>
        </p:nvSpPr>
        <p:spPr>
          <a:xfrm flipH="1">
            <a:off x="933688" y="4037295"/>
            <a:ext cx="133894" cy="13389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6"/>
          <p:cNvSpPr/>
          <p:nvPr/>
        </p:nvSpPr>
        <p:spPr>
          <a:xfrm flipH="1">
            <a:off x="720893" y="4037295"/>
            <a:ext cx="133894" cy="13389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6"/>
          <p:cNvSpPr/>
          <p:nvPr/>
        </p:nvSpPr>
        <p:spPr>
          <a:xfrm flipH="1">
            <a:off x="5508" y="4258997"/>
            <a:ext cx="133878" cy="13389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6"/>
          <p:cNvSpPr/>
          <p:nvPr/>
        </p:nvSpPr>
        <p:spPr>
          <a:xfrm flipH="1">
            <a:off x="246918" y="4258997"/>
            <a:ext cx="1367368" cy="133894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4" name="Google Shape;714;p46"/>
          <p:cNvCxnSpPr/>
          <p:nvPr/>
        </p:nvCxnSpPr>
        <p:spPr>
          <a:xfrm rot="10800000" flipH="1">
            <a:off x="3351874" y="1570575"/>
            <a:ext cx="1879500" cy="1326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5" name="Google Shape;715;p46"/>
          <p:cNvCxnSpPr/>
          <p:nvPr/>
        </p:nvCxnSpPr>
        <p:spPr>
          <a:xfrm rot="10800000" flipH="1">
            <a:off x="3351874" y="2455275"/>
            <a:ext cx="1879500" cy="442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6" name="Google Shape;716;p46"/>
          <p:cNvCxnSpPr/>
          <p:nvPr/>
        </p:nvCxnSpPr>
        <p:spPr>
          <a:xfrm>
            <a:off x="3351874" y="2897475"/>
            <a:ext cx="1879500" cy="442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7" name="Google Shape;717;p46"/>
          <p:cNvCxnSpPr/>
          <p:nvPr/>
        </p:nvCxnSpPr>
        <p:spPr>
          <a:xfrm>
            <a:off x="3351874" y="2897513"/>
            <a:ext cx="1879500" cy="1326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9D399147-C1F1-41E6-B542-3F32C289F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781A429A-AD0E-7C06-0100-658934184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CA" dirty="0"/>
              <a:t>Postman Testing</a:t>
            </a: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1017AD60-0564-5AAB-AFA3-3BFC5E80C4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9081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2A536-69C3-BF84-9484-4FEC87527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27" y="0"/>
            <a:ext cx="87677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48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5E004100-93CD-2A83-AC5A-0DED9FBE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3C9CC85E-9CF6-D5A0-B853-8DDF7DBBE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CA" dirty="0"/>
              <a:t>Setting up Frontend</a:t>
            </a: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232D8CF0-E3D4-C392-B9E1-7A107A5D703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043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>
          <a:extLst>
            <a:ext uri="{FF2B5EF4-FFF2-40B4-BE49-F238E27FC236}">
              <a16:creationId xmlns:a16="http://schemas.microsoft.com/office/drawing/2014/main" id="{34CFE271-55EF-5130-E78A-D29D4565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>
            <a:extLst>
              <a:ext uri="{FF2B5EF4-FFF2-40B4-BE49-F238E27FC236}">
                <a16:creationId xmlns:a16="http://schemas.microsoft.com/office/drawing/2014/main" id="{3F047698-5F3B-E92C-3D0F-F798B57243F9}"/>
              </a:ext>
            </a:extLst>
          </p:cNvPr>
          <p:cNvSpPr txBox="1"/>
          <p:nvPr/>
        </p:nvSpPr>
        <p:spPr>
          <a:xfrm>
            <a:off x="2510100" y="1492252"/>
            <a:ext cx="4123800" cy="29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1. </a:t>
            </a:r>
            <a:r>
              <a:rPr lang="en-CA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pnpm</a:t>
            </a:r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create next-app frontend</a:t>
            </a:r>
          </a:p>
          <a:p>
            <a:pPr lvl="0"/>
            <a:endParaRPr lang="en-CA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2. Select option 2</a:t>
            </a:r>
          </a:p>
          <a:p>
            <a:pPr lvl="0"/>
            <a:endParaRPr lang="en-CA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3. cd frontend ; </a:t>
            </a:r>
            <a:r>
              <a:rPr lang="en-CA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pnpm</a:t>
            </a:r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dev</a:t>
            </a:r>
          </a:p>
          <a:p>
            <a:pPr lvl="0"/>
            <a:endParaRPr lang="en-CA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4. Open http://localhost:3000/</a:t>
            </a:r>
            <a:endParaRPr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856" name="Google Shape;856;p50">
            <a:extLst>
              <a:ext uri="{FF2B5EF4-FFF2-40B4-BE49-F238E27FC236}">
                <a16:creationId xmlns:a16="http://schemas.microsoft.com/office/drawing/2014/main" id="{0D4AB259-D2F6-BA23-BA9D-C3D5803E9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857" name="Google Shape;857;p50">
            <a:extLst>
              <a:ext uri="{FF2B5EF4-FFF2-40B4-BE49-F238E27FC236}">
                <a16:creationId xmlns:a16="http://schemas.microsoft.com/office/drawing/2014/main" id="{EC4EC95F-8F1A-5546-AD07-35E3F94084B3}"/>
              </a:ext>
            </a:extLst>
          </p:cNvPr>
          <p:cNvSpPr/>
          <p:nvPr/>
        </p:nvSpPr>
        <p:spPr>
          <a:xfrm flipH="1">
            <a:off x="2860410" y="1492252"/>
            <a:ext cx="3361634" cy="364049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6766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C6370B-9992-538E-1750-3694AB57F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582"/>
            <a:ext cx="9144000" cy="273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10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5F44F-56B3-502D-28C6-97E4BE71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5392BB-9674-498C-FE86-54272D7A5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33" y="0"/>
            <a:ext cx="87503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41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1EE3-43FD-9A30-B80D-A8D6E8EC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5C688E-D859-5980-48F8-E71308209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0" y="371168"/>
            <a:ext cx="8125959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52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79ED6-93BD-7313-BB4F-4AF9839D9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53726-91B3-1FB7-1C4D-66CCE0E94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74"/>
            <a:ext cx="9144000" cy="50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23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9CAF-80BE-AC14-A45E-3D5C50CA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Development Mode in Next.js</a:t>
            </a:r>
          </a:p>
        </p:txBody>
      </p:sp>
      <p:sp>
        <p:nvSpPr>
          <p:cNvPr id="9" name="Google Shape;920;p53">
            <a:extLst>
              <a:ext uri="{FF2B5EF4-FFF2-40B4-BE49-F238E27FC236}">
                <a16:creationId xmlns:a16="http://schemas.microsoft.com/office/drawing/2014/main" id="{013CD2E4-015C-6E5E-4121-7ACA8F739D84}"/>
              </a:ext>
            </a:extLst>
          </p:cNvPr>
          <p:cNvSpPr txBox="1"/>
          <p:nvPr/>
        </p:nvSpPr>
        <p:spPr>
          <a:xfrm>
            <a:off x="758794" y="1681200"/>
            <a:ext cx="7626312" cy="30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-317500">
              <a:lnSpc>
                <a:spcPct val="115000"/>
              </a:lnSpc>
              <a:spcBef>
                <a:spcPts val="1600"/>
              </a:spcBef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Used while Coding</a:t>
            </a:r>
            <a:endParaRPr lang="en-US" sz="2800"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Fast Refresh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Not Optimized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Includes debugging tools</a:t>
            </a:r>
            <a:endParaRPr lang="en-US" sz="2800"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A436C1-D9ED-E44E-C0CF-47B8E7B3ED59}"/>
              </a:ext>
            </a:extLst>
          </p:cNvPr>
          <p:cNvSpPr txBox="1">
            <a:spLocks/>
          </p:cNvSpPr>
          <p:nvPr/>
        </p:nvSpPr>
        <p:spPr>
          <a:xfrm>
            <a:off x="1277950" y="1012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CA" dirty="0" err="1">
                <a:solidFill>
                  <a:schemeClr val="bg1"/>
                </a:solidFill>
                <a:highlight>
                  <a:srgbClr val="000000"/>
                </a:highlight>
              </a:rPr>
              <a:t>pnpm</a:t>
            </a:r>
            <a:r>
              <a:rPr lang="en-CA" dirty="0">
                <a:solidFill>
                  <a:schemeClr val="bg1"/>
                </a:solidFill>
                <a:highlight>
                  <a:srgbClr val="000000"/>
                </a:highlight>
              </a:rPr>
              <a:t> dev</a:t>
            </a:r>
          </a:p>
        </p:txBody>
      </p:sp>
    </p:spTree>
    <p:extLst>
      <p:ext uri="{BB962C8B-B14F-4D97-AF65-F5344CB8AC3E}">
        <p14:creationId xmlns:p14="http://schemas.microsoft.com/office/powerpoint/2010/main" val="277105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B8AA2-B538-AFF5-3BA3-D119EA2F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38F5-BEA8-C97F-3F33-AAC14529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Production Build in Next.js</a:t>
            </a:r>
          </a:p>
        </p:txBody>
      </p:sp>
      <p:sp>
        <p:nvSpPr>
          <p:cNvPr id="9" name="Google Shape;920;p53">
            <a:extLst>
              <a:ext uri="{FF2B5EF4-FFF2-40B4-BE49-F238E27FC236}">
                <a16:creationId xmlns:a16="http://schemas.microsoft.com/office/drawing/2014/main" id="{37AC1BBB-1F07-6C7D-0F64-31789B5B4137}"/>
              </a:ext>
            </a:extLst>
          </p:cNvPr>
          <p:cNvSpPr txBox="1"/>
          <p:nvPr/>
        </p:nvSpPr>
        <p:spPr>
          <a:xfrm>
            <a:off x="758794" y="1681200"/>
            <a:ext cx="7626312" cy="30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-317500">
              <a:lnSpc>
                <a:spcPct val="115000"/>
              </a:lnSpc>
              <a:spcBef>
                <a:spcPts val="1600"/>
              </a:spcBef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Optimizes Code</a:t>
            </a:r>
            <a:endParaRPr lang="en-US" sz="2800"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Minifies JavaScript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Removes unused code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Creates a </a:t>
            </a:r>
            <a:r>
              <a:rPr lang="en-US" sz="2800" dirty="0">
                <a:solidFill>
                  <a:schemeClr val="bg1"/>
                </a:solidFill>
                <a:highlight>
                  <a:srgbClr val="800000"/>
                </a:highlight>
                <a:latin typeface="Anaheim"/>
                <a:ea typeface="Anaheim"/>
                <a:cs typeface="Anaheim"/>
                <a:sym typeface="Anaheim"/>
              </a:rPr>
              <a:t>.next</a:t>
            </a:r>
            <a:r>
              <a:rPr lang="en-US" sz="2800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folder that has the final compiled code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C77A90A-AAC5-86C9-CC20-6482FF714B4D}"/>
              </a:ext>
            </a:extLst>
          </p:cNvPr>
          <p:cNvSpPr txBox="1">
            <a:spLocks/>
          </p:cNvSpPr>
          <p:nvPr/>
        </p:nvSpPr>
        <p:spPr>
          <a:xfrm>
            <a:off x="1277950" y="1012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CA" dirty="0" err="1">
                <a:solidFill>
                  <a:schemeClr val="bg1"/>
                </a:solidFill>
                <a:highlight>
                  <a:srgbClr val="000000"/>
                </a:highlight>
              </a:rPr>
              <a:t>pnpm</a:t>
            </a:r>
            <a:r>
              <a:rPr lang="en-CA" dirty="0">
                <a:solidFill>
                  <a:schemeClr val="bg1"/>
                </a:solidFill>
                <a:highlight>
                  <a:srgbClr val="000000"/>
                </a:highlight>
              </a:rPr>
              <a:t> build</a:t>
            </a:r>
          </a:p>
        </p:txBody>
      </p:sp>
    </p:spTree>
    <p:extLst>
      <p:ext uri="{BB962C8B-B14F-4D97-AF65-F5344CB8AC3E}">
        <p14:creationId xmlns:p14="http://schemas.microsoft.com/office/powerpoint/2010/main" val="2898640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37DD-60B1-2BBD-EDFA-A995EA38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B9A9B4-5707-41C9-4210-69E795A1F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6" y="0"/>
            <a:ext cx="87736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32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B3743-2D2F-5BA1-317C-585F0024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E400B3-45AC-2FA0-3D83-8EE524BD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04"/>
            <a:ext cx="9144000" cy="502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36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2"/>
          <p:cNvSpPr txBox="1">
            <a:spLocks noGrp="1"/>
          </p:cNvSpPr>
          <p:nvPr>
            <p:ph type="title"/>
          </p:nvPr>
        </p:nvSpPr>
        <p:spPr>
          <a:xfrm>
            <a:off x="2106202" y="1071509"/>
            <a:ext cx="5580258" cy="1424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THANKS!</a:t>
            </a:r>
            <a:endParaRPr sz="9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51DE1-AAFD-2510-9589-042148B6E1D6}"/>
              </a:ext>
            </a:extLst>
          </p:cNvPr>
          <p:cNvSpPr/>
          <p:nvPr/>
        </p:nvSpPr>
        <p:spPr>
          <a:xfrm>
            <a:off x="2358188" y="2894454"/>
            <a:ext cx="4214491" cy="136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313</Words>
  <Application>Microsoft Office PowerPoint</Application>
  <PresentationFormat>On-screen Show (16:9)</PresentationFormat>
  <Paragraphs>94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Overpass Mono</vt:lpstr>
      <vt:lpstr>Arial</vt:lpstr>
      <vt:lpstr>Anaheim</vt:lpstr>
      <vt:lpstr>Programming Lesson by Slidesgo</vt:lpstr>
      <vt:lpstr>Finalising our Backend</vt:lpstr>
      <vt:lpstr>TABLE OF CONTENTS</vt:lpstr>
      <vt:lpstr>Data in URL</vt:lpstr>
      <vt:lpstr>How Data Reaches Backend?</vt:lpstr>
      <vt:lpstr>URL Params</vt:lpstr>
      <vt:lpstr>Query Params</vt:lpstr>
      <vt:lpstr>Request Body</vt:lpstr>
      <vt:lpstr>APIs: Read, Update &amp; Delete</vt:lpstr>
      <vt:lpstr>Backend APIs</vt:lpstr>
      <vt:lpstr>Postman Testing</vt:lpstr>
      <vt:lpstr>PowerPoint Presentation</vt:lpstr>
      <vt:lpstr>Setting up Frontend</vt:lpstr>
      <vt:lpstr>EXERCISE</vt:lpstr>
      <vt:lpstr>PowerPoint Presentation</vt:lpstr>
      <vt:lpstr>PowerPoint Presentation</vt:lpstr>
      <vt:lpstr>PowerPoint Presentation</vt:lpstr>
      <vt:lpstr>PowerPoint Presentation</vt:lpstr>
      <vt:lpstr>Development Mode in Next.js</vt:lpstr>
      <vt:lpstr>Production Build in Next.js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Gurjot Singh</cp:lastModifiedBy>
  <cp:revision>1</cp:revision>
  <dcterms:modified xsi:type="dcterms:W3CDTF">2026-02-27T21:03:19Z</dcterms:modified>
</cp:coreProperties>
</file>