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6"/>
  </p:notesMasterIdLst>
  <p:sldIdLst>
    <p:sldId id="256" r:id="rId2"/>
    <p:sldId id="258" r:id="rId3"/>
    <p:sldId id="261" r:id="rId4"/>
    <p:sldId id="329" r:id="rId5"/>
    <p:sldId id="330" r:id="rId6"/>
    <p:sldId id="266" r:id="rId7"/>
    <p:sldId id="310" r:id="rId8"/>
    <p:sldId id="311" r:id="rId9"/>
    <p:sldId id="312" r:id="rId10"/>
    <p:sldId id="301" r:id="rId11"/>
    <p:sldId id="275" r:id="rId12"/>
    <p:sldId id="302" r:id="rId13"/>
    <p:sldId id="324" r:id="rId14"/>
    <p:sldId id="303" r:id="rId15"/>
    <p:sldId id="307" r:id="rId16"/>
    <p:sldId id="314" r:id="rId17"/>
    <p:sldId id="328" r:id="rId18"/>
    <p:sldId id="315" r:id="rId19"/>
    <p:sldId id="316" r:id="rId20"/>
    <p:sldId id="326" r:id="rId21"/>
    <p:sldId id="327" r:id="rId22"/>
    <p:sldId id="319" r:id="rId23"/>
    <p:sldId id="320" r:id="rId24"/>
    <p:sldId id="305" r:id="rId25"/>
  </p:sldIdLst>
  <p:sldSz cx="9144000" cy="5143500" type="screen16x9"/>
  <p:notesSz cx="6858000" cy="9144000"/>
  <p:embeddedFontLst>
    <p:embeddedFont>
      <p:font typeface="Anaheim" panose="020B0604020202020204" charset="0"/>
      <p:regular r:id="rId27"/>
      <p:bold r:id="rId28"/>
    </p:embeddedFont>
    <p:embeddedFont>
      <p:font typeface="Overpass Mono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CB4D69-39C4-4AE9-A7B2-2D95440558E3}" v="15" dt="2026-03-06T17:53:22.518"/>
  </p1510:revLst>
</p1510:revInfo>
</file>

<file path=ppt/tableStyles.xml><?xml version="1.0" encoding="utf-8"?>
<a:tblStyleLst xmlns:a="http://schemas.openxmlformats.org/drawingml/2006/main" def="{F54F7A74-9A77-42D7-B592-B72458F304DA}">
  <a:tblStyle styleId="{F54F7A74-9A77-42D7-B592-B72458F30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4952BE-D362-41E0-9E16-85D1512846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jot Singh" userId="83e15f0a-3691-4b13-a248-ec4d83812968" providerId="ADAL" clId="{2CE4707E-236F-4159-A21A-B5D68036E123}"/>
    <pc:docChg chg="undo redo custSel addSld delSld modSld sldOrd delMainMaster">
      <pc:chgData name="Gurjot Singh" userId="83e15f0a-3691-4b13-a248-ec4d83812968" providerId="ADAL" clId="{2CE4707E-236F-4159-A21A-B5D68036E123}" dt="2026-03-06T17:53:23.993" v="1282" actId="1076"/>
      <pc:docMkLst>
        <pc:docMk/>
      </pc:docMkLst>
      <pc:sldChg chg="modSp mod modNotes">
        <pc:chgData name="Gurjot Singh" userId="83e15f0a-3691-4b13-a248-ec4d83812968" providerId="ADAL" clId="{2CE4707E-236F-4159-A21A-B5D68036E123}" dt="2026-03-06T17:48:06.415" v="1235" actId="20577"/>
        <pc:sldMkLst>
          <pc:docMk/>
          <pc:sldMk cId="0" sldId="256"/>
        </pc:sldMkLst>
        <pc:spChg chg="mod">
          <ac:chgData name="Gurjot Singh" userId="83e15f0a-3691-4b13-a248-ec4d83812968" providerId="ADAL" clId="{2CE4707E-236F-4159-A21A-B5D68036E123}" dt="2026-03-06T17:48:06.415" v="1235" actId="20577"/>
          <ac:spMkLst>
            <pc:docMk/>
            <pc:sldMk cId="0" sldId="256"/>
            <ac:spMk id="33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5:37:41.994" v="20"/>
          <ac:spMkLst>
            <pc:docMk/>
            <pc:sldMk cId="0" sldId="256"/>
            <ac:spMk id="335" creationId="{00000000-0000-0000-0000-000000000000}"/>
          </ac:spMkLst>
        </pc:spChg>
      </pc:sldChg>
      <pc:sldChg chg="modSp mod modNotes">
        <pc:chgData name="Gurjot Singh" userId="83e15f0a-3691-4b13-a248-ec4d83812968" providerId="ADAL" clId="{2CE4707E-236F-4159-A21A-B5D68036E123}" dt="2026-02-27T16:28:12.599" v="149" actId="20577"/>
        <pc:sldMkLst>
          <pc:docMk/>
          <pc:sldMk cId="0" sldId="258"/>
        </pc:sldMkLst>
        <pc:spChg chg="mod">
          <ac:chgData name="Gurjot Singh" userId="83e15f0a-3691-4b13-a248-ec4d83812968" providerId="ADAL" clId="{2CE4707E-236F-4159-A21A-B5D68036E123}" dt="2026-02-27T16:27:18.200" v="51" actId="20577"/>
          <ac:spMkLst>
            <pc:docMk/>
            <pc:sldMk cId="0" sldId="258"/>
            <ac:spMk id="349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27:48.699" v="90" actId="14100"/>
          <ac:spMkLst>
            <pc:docMk/>
            <pc:sldMk cId="0" sldId="258"/>
            <ac:spMk id="351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27:57.047" v="110" actId="20577"/>
          <ac:spMkLst>
            <pc:docMk/>
            <pc:sldMk cId="0" sldId="258"/>
            <ac:spMk id="353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28:12.599" v="149" actId="20577"/>
          <ac:spMkLst>
            <pc:docMk/>
            <pc:sldMk cId="0" sldId="258"/>
            <ac:spMk id="355" creationId="{00000000-0000-0000-0000-000000000000}"/>
          </ac:spMkLst>
        </pc:spChg>
      </pc:sldChg>
      <pc:sldChg chg="modSp mod ord">
        <pc:chgData name="Gurjot Singh" userId="83e15f0a-3691-4b13-a248-ec4d83812968" providerId="ADAL" clId="{2CE4707E-236F-4159-A21A-B5D68036E123}" dt="2026-03-06T17:44:12.155" v="1221" actId="14100"/>
        <pc:sldMkLst>
          <pc:docMk/>
          <pc:sldMk cId="0" sldId="261"/>
        </pc:sldMkLst>
        <pc:spChg chg="mod">
          <ac:chgData name="Gurjot Singh" userId="83e15f0a-3691-4b13-a248-ec4d83812968" providerId="ADAL" clId="{2CE4707E-236F-4159-A21A-B5D68036E123}" dt="2026-03-06T17:44:12.155" v="1221" actId="14100"/>
          <ac:spMkLst>
            <pc:docMk/>
            <pc:sldMk cId="0" sldId="261"/>
            <ac:spMk id="374" creationId="{00000000-0000-0000-0000-000000000000}"/>
          </ac:spMkLst>
        </pc:spChg>
      </pc:sldChg>
      <pc:sldChg chg="modSp mod ord">
        <pc:chgData name="Gurjot Singh" userId="83e15f0a-3691-4b13-a248-ec4d83812968" providerId="ADAL" clId="{2CE4707E-236F-4159-A21A-B5D68036E123}" dt="2026-02-27T16:51:30.430" v="391"/>
        <pc:sldMkLst>
          <pc:docMk/>
          <pc:sldMk cId="0" sldId="266"/>
        </pc:sldMkLst>
        <pc:spChg chg="mod">
          <ac:chgData name="Gurjot Singh" userId="83e15f0a-3691-4b13-a248-ec4d83812968" providerId="ADAL" clId="{2CE4707E-236F-4159-A21A-B5D68036E123}" dt="2026-02-27T16:40:51.946" v="178" actId="20577"/>
          <ac:spMkLst>
            <pc:docMk/>
            <pc:sldMk cId="0" sldId="266"/>
            <ac:spMk id="462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51:30.430" v="391"/>
          <ac:spMkLst>
            <pc:docMk/>
            <pc:sldMk cId="0" sldId="266"/>
            <ac:spMk id="463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41:20.506" v="181"/>
          <ac:spMkLst>
            <pc:docMk/>
            <pc:sldMk cId="0" sldId="266"/>
            <ac:spMk id="46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51:19.523" v="389"/>
          <ac:spMkLst>
            <pc:docMk/>
            <pc:sldMk cId="0" sldId="266"/>
            <ac:spMk id="465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51:25.005" v="390"/>
          <ac:spMkLst>
            <pc:docMk/>
            <pc:sldMk cId="0" sldId="266"/>
            <ac:spMk id="466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41:25.139" v="182"/>
          <ac:spMkLst>
            <pc:docMk/>
            <pc:sldMk cId="0" sldId="266"/>
            <ac:spMk id="481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6:41:28.141" v="183"/>
          <ac:spMkLst>
            <pc:docMk/>
            <pc:sldMk cId="0" sldId="266"/>
            <ac:spMk id="482" creationId="{00000000-0000-0000-0000-000000000000}"/>
          </ac:spMkLst>
        </pc:spChg>
      </pc:sldChg>
      <pc:sldChg chg="modSp mod ord">
        <pc:chgData name="Gurjot Singh" userId="83e15f0a-3691-4b13-a248-ec4d83812968" providerId="ADAL" clId="{2CE4707E-236F-4159-A21A-B5D68036E123}" dt="2026-02-27T17:03:09.395" v="635" actId="5793"/>
        <pc:sldMkLst>
          <pc:docMk/>
          <pc:sldMk cId="0" sldId="275"/>
        </pc:sldMkLst>
        <pc:spChg chg="mod">
          <ac:chgData name="Gurjot Singh" userId="83e15f0a-3691-4b13-a248-ec4d83812968" providerId="ADAL" clId="{2CE4707E-236F-4159-A21A-B5D68036E123}" dt="2026-02-27T17:03:09.395" v="635" actId="5793"/>
          <ac:spMkLst>
            <pc:docMk/>
            <pc:sldMk cId="0" sldId="275"/>
            <ac:spMk id="693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0:40.271" v="547" actId="20577"/>
          <ac:spMkLst>
            <pc:docMk/>
            <pc:sldMk cId="0" sldId="275"/>
            <ac:spMk id="69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15.937" v="586" actId="20577"/>
          <ac:spMkLst>
            <pc:docMk/>
            <pc:sldMk cId="0" sldId="275"/>
            <ac:spMk id="695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04.835" v="623"/>
          <ac:spMkLst>
            <pc:docMk/>
            <pc:sldMk cId="0" sldId="275"/>
            <ac:spMk id="696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19.471" v="592" actId="20577"/>
          <ac:spMkLst>
            <pc:docMk/>
            <pc:sldMk cId="0" sldId="275"/>
            <ac:spMk id="697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07.986" v="624"/>
          <ac:spMkLst>
            <pc:docMk/>
            <pc:sldMk cId="0" sldId="275"/>
            <ac:spMk id="698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43.639" v="612" actId="14100"/>
          <ac:spMkLst>
            <pc:docMk/>
            <pc:sldMk cId="0" sldId="275"/>
            <ac:spMk id="699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14.387" v="625"/>
          <ac:spMkLst>
            <pc:docMk/>
            <pc:sldMk cId="0" sldId="275"/>
            <ac:spMk id="700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1:55.239" v="622" actId="14100"/>
          <ac:spMkLst>
            <pc:docMk/>
            <pc:sldMk cId="0" sldId="275"/>
            <ac:spMk id="701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2:16.228" v="626"/>
          <ac:spMkLst>
            <pc:docMk/>
            <pc:sldMk cId="0" sldId="275"/>
            <ac:spMk id="702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7:00:29.367" v="515" actId="20577"/>
          <ac:spMkLst>
            <pc:docMk/>
            <pc:sldMk cId="0" sldId="275"/>
            <ac:spMk id="704" creationId="{00000000-0000-0000-0000-000000000000}"/>
          </ac:spMkLst>
        </pc:spChg>
      </pc:sldChg>
      <pc:sldChg chg="modSp add mod">
        <pc:chgData name="Gurjot Singh" userId="83e15f0a-3691-4b13-a248-ec4d83812968" providerId="ADAL" clId="{2CE4707E-236F-4159-A21A-B5D68036E123}" dt="2026-02-27T16:35:03.502" v="162" actId="20577"/>
        <pc:sldMkLst>
          <pc:docMk/>
          <pc:sldMk cId="1769356816" sldId="301"/>
        </pc:sldMkLst>
        <pc:spChg chg="mod">
          <ac:chgData name="Gurjot Singh" userId="83e15f0a-3691-4b13-a248-ec4d83812968" providerId="ADAL" clId="{2CE4707E-236F-4159-A21A-B5D68036E123}" dt="2026-02-27T16:35:00.545" v="159"/>
          <ac:spMkLst>
            <pc:docMk/>
            <pc:sldMk cId="1769356816" sldId="301"/>
            <ac:spMk id="374" creationId="{C66C102A-0155-7D70-370D-131E836F7448}"/>
          </ac:spMkLst>
        </pc:spChg>
        <pc:spChg chg="mod">
          <ac:chgData name="Gurjot Singh" userId="83e15f0a-3691-4b13-a248-ec4d83812968" providerId="ADAL" clId="{2CE4707E-236F-4159-A21A-B5D68036E123}" dt="2026-02-27T16:35:03.502" v="162" actId="20577"/>
          <ac:spMkLst>
            <pc:docMk/>
            <pc:sldMk cId="1769356816" sldId="301"/>
            <ac:spMk id="375" creationId="{D4D11280-1496-1711-6B26-64739B4195BB}"/>
          </ac:spMkLst>
        </pc:spChg>
      </pc:sldChg>
      <pc:sldChg chg="modSp add mod">
        <pc:chgData name="Gurjot Singh" userId="83e15f0a-3691-4b13-a248-ec4d83812968" providerId="ADAL" clId="{2CE4707E-236F-4159-A21A-B5D68036E123}" dt="2026-02-27T16:35:31.096" v="171" actId="122"/>
        <pc:sldMkLst>
          <pc:docMk/>
          <pc:sldMk cId="1929081546" sldId="302"/>
        </pc:sldMkLst>
        <pc:spChg chg="mod">
          <ac:chgData name="Gurjot Singh" userId="83e15f0a-3691-4b13-a248-ec4d83812968" providerId="ADAL" clId="{2CE4707E-236F-4159-A21A-B5D68036E123}" dt="2026-02-27T16:35:31.096" v="171" actId="122"/>
          <ac:spMkLst>
            <pc:docMk/>
            <pc:sldMk cId="1929081546" sldId="302"/>
            <ac:spMk id="374" creationId="{781A429A-AD0E-7C06-0100-658934184F1D}"/>
          </ac:spMkLst>
        </pc:spChg>
        <pc:spChg chg="mod">
          <ac:chgData name="Gurjot Singh" userId="83e15f0a-3691-4b13-a248-ec4d83812968" providerId="ADAL" clId="{2CE4707E-236F-4159-A21A-B5D68036E123}" dt="2026-02-27T16:35:07.410" v="164" actId="20577"/>
          <ac:spMkLst>
            <pc:docMk/>
            <pc:sldMk cId="1929081546" sldId="302"/>
            <ac:spMk id="375" creationId="{1017AD60-0564-5AAB-AFA3-3BFC5E80C437}"/>
          </ac:spMkLst>
        </pc:spChg>
      </pc:sldChg>
      <pc:sldChg chg="modSp add mod">
        <pc:chgData name="Gurjot Singh" userId="83e15f0a-3691-4b13-a248-ec4d83812968" providerId="ADAL" clId="{2CE4707E-236F-4159-A21A-B5D68036E123}" dt="2026-02-27T16:35:42.710" v="173" actId="122"/>
        <pc:sldMkLst>
          <pc:docMk/>
          <pc:sldMk cId="96043920" sldId="303"/>
        </pc:sldMkLst>
        <pc:spChg chg="mod">
          <ac:chgData name="Gurjot Singh" userId="83e15f0a-3691-4b13-a248-ec4d83812968" providerId="ADAL" clId="{2CE4707E-236F-4159-A21A-B5D68036E123}" dt="2026-02-27T16:35:42.710" v="173" actId="122"/>
          <ac:spMkLst>
            <pc:docMk/>
            <pc:sldMk cId="96043920" sldId="303"/>
            <ac:spMk id="374" creationId="{3C9CC85E-9CF6-D5A0-B853-8DDF7DBBE198}"/>
          </ac:spMkLst>
        </pc:spChg>
        <pc:spChg chg="mod">
          <ac:chgData name="Gurjot Singh" userId="83e15f0a-3691-4b13-a248-ec4d83812968" providerId="ADAL" clId="{2CE4707E-236F-4159-A21A-B5D68036E123}" dt="2026-02-27T16:35:10.090" v="166" actId="20577"/>
          <ac:spMkLst>
            <pc:docMk/>
            <pc:sldMk cId="96043920" sldId="303"/>
            <ac:spMk id="375" creationId="{232D8CF0-E3D4-C392-B9E1-7A107A5D7033}"/>
          </ac:spMkLst>
        </pc:spChg>
      </pc:sldChg>
      <pc:sldChg chg="add">
        <pc:chgData name="Gurjot Singh" userId="83e15f0a-3691-4b13-a248-ec4d83812968" providerId="ADAL" clId="{2CE4707E-236F-4159-A21A-B5D68036E123}" dt="2026-02-27T16:40:21.547" v="175"/>
        <pc:sldMkLst>
          <pc:docMk/>
          <pc:sldMk cId="0" sldId="305"/>
        </pc:sldMkLst>
      </pc:sldChg>
      <pc:sldChg chg="modSp add mod ord">
        <pc:chgData name="Gurjot Singh" userId="83e15f0a-3691-4b13-a248-ec4d83812968" providerId="ADAL" clId="{2CE4707E-236F-4159-A21A-B5D68036E123}" dt="2026-02-27T17:49:56.418" v="1216" actId="14100"/>
        <pc:sldMkLst>
          <pc:docMk/>
          <pc:sldMk cId="656766686" sldId="307"/>
        </pc:sldMkLst>
        <pc:spChg chg="mod ord">
          <ac:chgData name="Gurjot Singh" userId="83e15f0a-3691-4b13-a248-ec4d83812968" providerId="ADAL" clId="{2CE4707E-236F-4159-A21A-B5D68036E123}" dt="2026-02-27T17:49:38.492" v="1213" actId="167"/>
          <ac:spMkLst>
            <pc:docMk/>
            <pc:sldMk cId="656766686" sldId="307"/>
            <ac:spMk id="855" creationId="{3F047698-5F3B-E92C-3D0F-F798B57243F9}"/>
          </ac:spMkLst>
        </pc:spChg>
        <pc:spChg chg="mod">
          <ac:chgData name="Gurjot Singh" userId="83e15f0a-3691-4b13-a248-ec4d83812968" providerId="ADAL" clId="{2CE4707E-236F-4159-A21A-B5D68036E123}" dt="2026-02-27T17:49:56.418" v="1216" actId="14100"/>
          <ac:spMkLst>
            <pc:docMk/>
            <pc:sldMk cId="656766686" sldId="307"/>
            <ac:spMk id="857" creationId="{EC4EC95F-8F1A-5546-AD07-35E3F94084B3}"/>
          </ac:spMkLst>
        </pc:spChg>
      </pc:sldChg>
      <pc:sldChg chg="addSp delSp modSp add mod">
        <pc:chgData name="Gurjot Singh" userId="83e15f0a-3691-4b13-a248-ec4d83812968" providerId="ADAL" clId="{2CE4707E-236F-4159-A21A-B5D68036E123}" dt="2026-02-27T16:57:36.145" v="483" actId="1076"/>
        <pc:sldMkLst>
          <pc:docMk/>
          <pc:sldMk cId="2180062416" sldId="310"/>
        </pc:sldMkLst>
        <pc:spChg chg="add mod">
          <ac:chgData name="Gurjot Singh" userId="83e15f0a-3691-4b13-a248-ec4d83812968" providerId="ADAL" clId="{2CE4707E-236F-4159-A21A-B5D68036E123}" dt="2026-02-27T16:53:06.276" v="409" actId="1076"/>
          <ac:spMkLst>
            <pc:docMk/>
            <pc:sldMk cId="2180062416" sldId="310"/>
            <ac:spMk id="4" creationId="{3220344E-331B-F336-E9C4-79311F2A1FF0}"/>
          </ac:spMkLst>
        </pc:spChg>
        <pc:spChg chg="mod">
          <ac:chgData name="Gurjot Singh" userId="83e15f0a-3691-4b13-a248-ec4d83812968" providerId="ADAL" clId="{2CE4707E-236F-4159-A21A-B5D68036E123}" dt="2026-02-27T16:57:31.867" v="482" actId="20577"/>
          <ac:spMkLst>
            <pc:docMk/>
            <pc:sldMk cId="2180062416" sldId="310"/>
            <ac:spMk id="855" creationId="{1973409C-6A74-D91F-0117-8DABC2FC47B6}"/>
          </ac:spMkLst>
        </pc:spChg>
        <pc:spChg chg="mod">
          <ac:chgData name="Gurjot Singh" userId="83e15f0a-3691-4b13-a248-ec4d83812968" providerId="ADAL" clId="{2CE4707E-236F-4159-A21A-B5D68036E123}" dt="2026-02-27T16:53:03.238" v="408" actId="1076"/>
          <ac:spMkLst>
            <pc:docMk/>
            <pc:sldMk cId="2180062416" sldId="310"/>
            <ac:spMk id="856" creationId="{E7D41A90-CB5F-0275-91C8-4049D4AF3F2A}"/>
          </ac:spMkLst>
        </pc:spChg>
        <pc:spChg chg="mod">
          <ac:chgData name="Gurjot Singh" userId="83e15f0a-3691-4b13-a248-ec4d83812968" providerId="ADAL" clId="{2CE4707E-236F-4159-A21A-B5D68036E123}" dt="2026-02-27T16:57:36.145" v="483" actId="1076"/>
          <ac:spMkLst>
            <pc:docMk/>
            <pc:sldMk cId="2180062416" sldId="310"/>
            <ac:spMk id="857" creationId="{4FF50340-A0F1-0E70-5712-81E066DE4B22}"/>
          </ac:spMkLst>
        </pc:spChg>
      </pc:sldChg>
      <pc:sldChg chg="modSp add mod">
        <pc:chgData name="Gurjot Singh" userId="83e15f0a-3691-4b13-a248-ec4d83812968" providerId="ADAL" clId="{2CE4707E-236F-4159-A21A-B5D68036E123}" dt="2026-02-27T16:58:53.139" v="500" actId="1076"/>
        <pc:sldMkLst>
          <pc:docMk/>
          <pc:sldMk cId="1148970584" sldId="311"/>
        </pc:sldMkLst>
        <pc:spChg chg="mod">
          <ac:chgData name="Gurjot Singh" userId="83e15f0a-3691-4b13-a248-ec4d83812968" providerId="ADAL" clId="{2CE4707E-236F-4159-A21A-B5D68036E123}" dt="2026-02-27T16:56:17.942" v="467" actId="207"/>
          <ac:spMkLst>
            <pc:docMk/>
            <pc:sldMk cId="1148970584" sldId="311"/>
            <ac:spMk id="4" creationId="{CA4DAEAB-C488-5D56-1B77-7158B0D9B24B}"/>
          </ac:spMkLst>
        </pc:spChg>
        <pc:spChg chg="mod">
          <ac:chgData name="Gurjot Singh" userId="83e15f0a-3691-4b13-a248-ec4d83812968" providerId="ADAL" clId="{2CE4707E-236F-4159-A21A-B5D68036E123}" dt="2026-02-27T16:58:48.809" v="499" actId="20577"/>
          <ac:spMkLst>
            <pc:docMk/>
            <pc:sldMk cId="1148970584" sldId="311"/>
            <ac:spMk id="855" creationId="{040466C0-4663-FE63-FF29-6B0B3BC134FA}"/>
          </ac:spMkLst>
        </pc:spChg>
        <pc:spChg chg="mod">
          <ac:chgData name="Gurjot Singh" userId="83e15f0a-3691-4b13-a248-ec4d83812968" providerId="ADAL" clId="{2CE4707E-236F-4159-A21A-B5D68036E123}" dt="2026-02-27T16:56:00.340" v="462"/>
          <ac:spMkLst>
            <pc:docMk/>
            <pc:sldMk cId="1148970584" sldId="311"/>
            <ac:spMk id="856" creationId="{F8D4CFBC-838E-1A99-E0FD-C2FDF48CC3F9}"/>
          </ac:spMkLst>
        </pc:spChg>
        <pc:spChg chg="mod">
          <ac:chgData name="Gurjot Singh" userId="83e15f0a-3691-4b13-a248-ec4d83812968" providerId="ADAL" clId="{2CE4707E-236F-4159-A21A-B5D68036E123}" dt="2026-02-27T16:58:53.139" v="500" actId="1076"/>
          <ac:spMkLst>
            <pc:docMk/>
            <pc:sldMk cId="1148970584" sldId="311"/>
            <ac:spMk id="857" creationId="{6CE055EF-C170-3A4B-FC64-FA16A2DC93E0}"/>
          </ac:spMkLst>
        </pc:spChg>
      </pc:sldChg>
      <pc:sldChg chg="modSp add mod">
        <pc:chgData name="Gurjot Singh" userId="83e15f0a-3691-4b13-a248-ec4d83812968" providerId="ADAL" clId="{2CE4707E-236F-4159-A21A-B5D68036E123}" dt="2026-02-27T16:58:27.721" v="496" actId="20577"/>
        <pc:sldMkLst>
          <pc:docMk/>
          <pc:sldMk cId="1977934089" sldId="312"/>
        </pc:sldMkLst>
        <pc:spChg chg="mod">
          <ac:chgData name="Gurjot Singh" userId="83e15f0a-3691-4b13-a248-ec4d83812968" providerId="ADAL" clId="{2CE4707E-236F-4159-A21A-B5D68036E123}" dt="2026-02-27T16:58:00.281" v="487" actId="207"/>
          <ac:spMkLst>
            <pc:docMk/>
            <pc:sldMk cId="1977934089" sldId="312"/>
            <ac:spMk id="4" creationId="{4A4AFE16-F92A-4BCB-F9BB-08CF3349F2C0}"/>
          </ac:spMkLst>
        </pc:spChg>
        <pc:spChg chg="mod">
          <ac:chgData name="Gurjot Singh" userId="83e15f0a-3691-4b13-a248-ec4d83812968" providerId="ADAL" clId="{2CE4707E-236F-4159-A21A-B5D68036E123}" dt="2026-02-27T16:58:27.721" v="496" actId="20577"/>
          <ac:spMkLst>
            <pc:docMk/>
            <pc:sldMk cId="1977934089" sldId="312"/>
            <ac:spMk id="855" creationId="{71D063FE-A1AB-9F40-302C-FCAF0D2A9CC4}"/>
          </ac:spMkLst>
        </pc:spChg>
        <pc:spChg chg="mod">
          <ac:chgData name="Gurjot Singh" userId="83e15f0a-3691-4b13-a248-ec4d83812968" providerId="ADAL" clId="{2CE4707E-236F-4159-A21A-B5D68036E123}" dt="2026-02-27T16:57:53.189" v="485"/>
          <ac:spMkLst>
            <pc:docMk/>
            <pc:sldMk cId="1977934089" sldId="312"/>
            <ac:spMk id="856" creationId="{65058D01-EDC8-0493-75D1-7B9D97000DE4}"/>
          </ac:spMkLst>
        </pc:spChg>
      </pc:sldChg>
      <pc:sldChg chg="addSp delSp new mod">
        <pc:chgData name="Gurjot Singh" userId="83e15f0a-3691-4b13-a248-ec4d83812968" providerId="ADAL" clId="{2CE4707E-236F-4159-A21A-B5D68036E123}" dt="2026-02-27T21:03:12.854" v="1219" actId="22"/>
        <pc:sldMkLst>
          <pc:docMk/>
          <pc:sldMk cId="2484510766" sldId="314"/>
        </pc:sldMkLst>
        <pc:picChg chg="add">
          <ac:chgData name="Gurjot Singh" userId="83e15f0a-3691-4b13-a248-ec4d83812968" providerId="ADAL" clId="{2CE4707E-236F-4159-A21A-B5D68036E123}" dt="2026-02-27T21:03:12.854" v="1219" actId="22"/>
          <ac:picMkLst>
            <pc:docMk/>
            <pc:sldMk cId="2484510766" sldId="314"/>
            <ac:picMk id="4" creationId="{6AC6370B-9992-538E-1750-3694AB57F9CE}"/>
          </ac:picMkLst>
        </pc:picChg>
      </pc:sldChg>
      <pc:sldChg chg="addSp add mod">
        <pc:chgData name="Gurjot Singh" userId="83e15f0a-3691-4b13-a248-ec4d83812968" providerId="ADAL" clId="{2CE4707E-236F-4159-A21A-B5D68036E123}" dt="2026-02-27T17:20:24.854" v="752" actId="22"/>
        <pc:sldMkLst>
          <pc:docMk/>
          <pc:sldMk cId="1285352602" sldId="315"/>
        </pc:sldMkLst>
        <pc:picChg chg="add">
          <ac:chgData name="Gurjot Singh" userId="83e15f0a-3691-4b13-a248-ec4d83812968" providerId="ADAL" clId="{2CE4707E-236F-4159-A21A-B5D68036E123}" dt="2026-02-27T17:20:24.854" v="752" actId="22"/>
          <ac:picMkLst>
            <pc:docMk/>
            <pc:sldMk cId="1285352602" sldId="315"/>
            <ac:picMk id="3" creationId="{1D5C688E-D859-5980-48F8-E71308209487}"/>
          </ac:picMkLst>
        </pc:picChg>
      </pc:sldChg>
      <pc:sldChg chg="addSp add mod">
        <pc:chgData name="Gurjot Singh" userId="83e15f0a-3691-4b13-a248-ec4d83812968" providerId="ADAL" clId="{2CE4707E-236F-4159-A21A-B5D68036E123}" dt="2026-02-27T17:21:37.145" v="758" actId="22"/>
        <pc:sldMkLst>
          <pc:docMk/>
          <pc:sldMk cId="3911323363" sldId="316"/>
        </pc:sldMkLst>
        <pc:picChg chg="add">
          <ac:chgData name="Gurjot Singh" userId="83e15f0a-3691-4b13-a248-ec4d83812968" providerId="ADAL" clId="{2CE4707E-236F-4159-A21A-B5D68036E123}" dt="2026-02-27T17:21:37.145" v="758" actId="22"/>
          <ac:picMkLst>
            <pc:docMk/>
            <pc:sldMk cId="3911323363" sldId="316"/>
            <ac:picMk id="3" creationId="{A3353726-91B3-1FB7-1C4D-66CCE0E94858}"/>
          </ac:picMkLst>
        </pc:picChg>
      </pc:sldChg>
      <pc:sldChg chg="addSp add mod">
        <pc:chgData name="Gurjot Singh" userId="83e15f0a-3691-4b13-a248-ec4d83812968" providerId="ADAL" clId="{2CE4707E-236F-4159-A21A-B5D68036E123}" dt="2026-02-27T17:21:14.361" v="757" actId="22"/>
        <pc:sldMkLst>
          <pc:docMk/>
          <pc:sldMk cId="2217532497" sldId="319"/>
        </pc:sldMkLst>
        <pc:picChg chg="add">
          <ac:chgData name="Gurjot Singh" userId="83e15f0a-3691-4b13-a248-ec4d83812968" providerId="ADAL" clId="{2CE4707E-236F-4159-A21A-B5D68036E123}" dt="2026-02-27T17:21:14.361" v="757" actId="22"/>
          <ac:picMkLst>
            <pc:docMk/>
            <pc:sldMk cId="2217532497" sldId="319"/>
            <ac:picMk id="3" creationId="{12B9A9B4-5707-41C9-4210-69E795A1F8E1}"/>
          </ac:picMkLst>
        </pc:picChg>
      </pc:sldChg>
      <pc:sldChg chg="addSp add mod">
        <pc:chgData name="Gurjot Singh" userId="83e15f0a-3691-4b13-a248-ec4d83812968" providerId="ADAL" clId="{2CE4707E-236F-4159-A21A-B5D68036E123}" dt="2026-02-27T17:20:50.255" v="756" actId="22"/>
        <pc:sldMkLst>
          <pc:docMk/>
          <pc:sldMk cId="1589236350" sldId="320"/>
        </pc:sldMkLst>
        <pc:picChg chg="add">
          <ac:chgData name="Gurjot Singh" userId="83e15f0a-3691-4b13-a248-ec4d83812968" providerId="ADAL" clId="{2CE4707E-236F-4159-A21A-B5D68036E123}" dt="2026-02-27T17:20:50.255" v="756" actId="22"/>
          <ac:picMkLst>
            <pc:docMk/>
            <pc:sldMk cId="1589236350" sldId="320"/>
            <ac:picMk id="3" creationId="{D0E400B3-45AC-2FA0-3D83-8EE524BD33ED}"/>
          </ac:picMkLst>
        </pc:picChg>
      </pc:sldChg>
      <pc:sldChg chg="add">
        <pc:chgData name="Gurjot Singh" userId="83e15f0a-3691-4b13-a248-ec4d83812968" providerId="ADAL" clId="{2CE4707E-236F-4159-A21A-B5D68036E123}" dt="2026-02-27T17:22:12.436" v="759"/>
        <pc:sldMkLst>
          <pc:docMk/>
          <pc:sldMk cId="2979548599" sldId="324"/>
        </pc:sldMkLst>
      </pc:sldChg>
      <pc:sldChg chg="addSp delSp modSp new mod ord">
        <pc:chgData name="Gurjot Singh" userId="83e15f0a-3691-4b13-a248-ec4d83812968" providerId="ADAL" clId="{2CE4707E-236F-4159-A21A-B5D68036E123}" dt="2026-02-27T17:48:53.896" v="1207"/>
        <pc:sldMkLst>
          <pc:docMk/>
          <pc:sldMk cId="2771058201" sldId="326"/>
        </pc:sldMkLst>
        <pc:spChg chg="mod">
          <ac:chgData name="Gurjot Singh" userId="83e15f0a-3691-4b13-a248-ec4d83812968" providerId="ADAL" clId="{2CE4707E-236F-4159-A21A-B5D68036E123}" dt="2026-02-27T17:43:42.786" v="951" actId="1076"/>
          <ac:spMkLst>
            <pc:docMk/>
            <pc:sldMk cId="2771058201" sldId="326"/>
            <ac:spMk id="2" creationId="{63049CAF-80BE-AC14-A45E-3D5C50CA814D}"/>
          </ac:spMkLst>
        </pc:spChg>
        <pc:spChg chg="add mod">
          <ac:chgData name="Gurjot Singh" userId="83e15f0a-3691-4b13-a248-ec4d83812968" providerId="ADAL" clId="{2CE4707E-236F-4159-A21A-B5D68036E123}" dt="2026-02-27T17:45:58.911" v="996" actId="1076"/>
          <ac:spMkLst>
            <pc:docMk/>
            <pc:sldMk cId="2771058201" sldId="326"/>
            <ac:spMk id="9" creationId="{013CD2E4-015C-6E5E-4121-7ACA8F739D84}"/>
          </ac:spMkLst>
        </pc:spChg>
        <pc:spChg chg="add mod">
          <ac:chgData name="Gurjot Singh" userId="83e15f0a-3691-4b13-a248-ec4d83812968" providerId="ADAL" clId="{2CE4707E-236F-4159-A21A-B5D68036E123}" dt="2026-02-27T17:45:54.560" v="995" actId="1076"/>
          <ac:spMkLst>
            <pc:docMk/>
            <pc:sldMk cId="2771058201" sldId="326"/>
            <ac:spMk id="13" creationId="{FFA436C1-D9ED-E44E-C0CF-47B8E7B3ED59}"/>
          </ac:spMkLst>
        </pc:spChg>
      </pc:sldChg>
      <pc:sldChg chg="addSp modSp add mod ord">
        <pc:chgData name="Gurjot Singh" userId="83e15f0a-3691-4b13-a248-ec4d83812968" providerId="ADAL" clId="{2CE4707E-236F-4159-A21A-B5D68036E123}" dt="2026-02-27T17:48:37.042" v="1204"/>
        <pc:sldMkLst>
          <pc:docMk/>
          <pc:sldMk cId="2898640802" sldId="327"/>
        </pc:sldMkLst>
        <pc:spChg chg="mod">
          <ac:chgData name="Gurjot Singh" userId="83e15f0a-3691-4b13-a248-ec4d83812968" providerId="ADAL" clId="{2CE4707E-236F-4159-A21A-B5D68036E123}" dt="2026-02-27T17:46:13.655" v="999" actId="6549"/>
          <ac:spMkLst>
            <pc:docMk/>
            <pc:sldMk cId="2898640802" sldId="327"/>
            <ac:spMk id="2" creationId="{9BCB38F5-BEA8-C97F-3F33-AAC14529751C}"/>
          </ac:spMkLst>
        </pc:spChg>
        <pc:spChg chg="mod">
          <ac:chgData name="Gurjot Singh" userId="83e15f0a-3691-4b13-a248-ec4d83812968" providerId="ADAL" clId="{2CE4707E-236F-4159-A21A-B5D68036E123}" dt="2026-02-27T17:48:24.881" v="1202" actId="20577"/>
          <ac:spMkLst>
            <pc:docMk/>
            <pc:sldMk cId="2898640802" sldId="327"/>
            <ac:spMk id="9" creationId="{37AC1BBB-1F07-6C7D-0F64-31789B5B4137}"/>
          </ac:spMkLst>
        </pc:spChg>
        <pc:spChg chg="mod">
          <ac:chgData name="Gurjot Singh" userId="83e15f0a-3691-4b13-a248-ec4d83812968" providerId="ADAL" clId="{2CE4707E-236F-4159-A21A-B5D68036E123}" dt="2026-02-27T17:46:19.145" v="1006" actId="20577"/>
          <ac:spMkLst>
            <pc:docMk/>
            <pc:sldMk cId="2898640802" sldId="327"/>
            <ac:spMk id="13" creationId="{2C77A90A-AAC5-86C9-CC20-6482FF714B4D}"/>
          </ac:spMkLst>
        </pc:spChg>
      </pc:sldChg>
      <pc:sldChg chg="add">
        <pc:chgData name="Gurjot Singh" userId="83e15f0a-3691-4b13-a248-ec4d83812968" providerId="ADAL" clId="{2CE4707E-236F-4159-A21A-B5D68036E123}" dt="2026-02-27T21:03:10.663" v="1217" actId="2890"/>
        <pc:sldMkLst>
          <pc:docMk/>
          <pc:sldMk cId="1073841904" sldId="328"/>
        </pc:sldMkLst>
      </pc:sldChg>
      <pc:sldChg chg="addSp modSp new mod">
        <pc:chgData name="Gurjot Singh" userId="83e15f0a-3691-4b13-a248-ec4d83812968" providerId="ADAL" clId="{2CE4707E-236F-4159-A21A-B5D68036E123}" dt="2026-03-06T17:51:39.277" v="1267" actId="1076"/>
        <pc:sldMkLst>
          <pc:docMk/>
          <pc:sldMk cId="3215850933" sldId="329"/>
        </pc:sldMkLst>
        <pc:spChg chg="mod">
          <ac:chgData name="Gurjot Singh" userId="83e15f0a-3691-4b13-a248-ec4d83812968" providerId="ADAL" clId="{2CE4707E-236F-4159-A21A-B5D68036E123}" dt="2026-03-06T17:51:29.944" v="1266"/>
          <ac:spMkLst>
            <pc:docMk/>
            <pc:sldMk cId="3215850933" sldId="329"/>
            <ac:spMk id="2" creationId="{7C4D4CB3-FB93-C868-07FF-EEB1BEA36E46}"/>
          </ac:spMkLst>
        </pc:spChg>
        <pc:spChg chg="mod">
          <ac:chgData name="Gurjot Singh" userId="83e15f0a-3691-4b13-a248-ec4d83812968" providerId="ADAL" clId="{2CE4707E-236F-4159-A21A-B5D68036E123}" dt="2026-03-06T17:51:39.277" v="1267" actId="1076"/>
          <ac:spMkLst>
            <pc:docMk/>
            <pc:sldMk cId="3215850933" sldId="329"/>
            <ac:spMk id="3" creationId="{3B93FC7B-B861-D9C8-3E19-3D931E5C7D46}"/>
          </ac:spMkLst>
        </pc:spChg>
        <pc:spChg chg="mod">
          <ac:chgData name="Gurjot Singh" userId="83e15f0a-3691-4b13-a248-ec4d83812968" providerId="ADAL" clId="{2CE4707E-236F-4159-A21A-B5D68036E123}" dt="2026-03-06T17:51:39.277" v="1267" actId="1076"/>
          <ac:spMkLst>
            <pc:docMk/>
            <pc:sldMk cId="3215850933" sldId="329"/>
            <ac:spMk id="4" creationId="{FBC74184-CBFE-3054-2C4A-4424F53C8628}"/>
          </ac:spMkLst>
        </pc:spChg>
        <pc:spChg chg="add mod">
          <ac:chgData name="Gurjot Singh" userId="83e15f0a-3691-4b13-a248-ec4d83812968" providerId="ADAL" clId="{2CE4707E-236F-4159-A21A-B5D68036E123}" dt="2026-03-06T17:50:42.507" v="1265" actId="255"/>
          <ac:spMkLst>
            <pc:docMk/>
            <pc:sldMk cId="3215850933" sldId="329"/>
            <ac:spMk id="5" creationId="{A8B6FF5A-2215-B553-821E-39C56169250F}"/>
          </ac:spMkLst>
        </pc:spChg>
        <pc:spChg chg="add">
          <ac:chgData name="Gurjot Singh" userId="83e15f0a-3691-4b13-a248-ec4d83812968" providerId="ADAL" clId="{2CE4707E-236F-4159-A21A-B5D68036E123}" dt="2026-03-06T17:49:22.990" v="1251"/>
          <ac:spMkLst>
            <pc:docMk/>
            <pc:sldMk cId="3215850933" sldId="329"/>
            <ac:spMk id="6" creationId="{FAEB6B31-57D6-217A-2F04-A0D02524138D}"/>
          </ac:spMkLst>
        </pc:spChg>
        <pc:spChg chg="add mod">
          <ac:chgData name="Gurjot Singh" userId="83e15f0a-3691-4b13-a248-ec4d83812968" providerId="ADAL" clId="{2CE4707E-236F-4159-A21A-B5D68036E123}" dt="2026-03-06T17:50:42.507" v="1265" actId="255"/>
          <ac:spMkLst>
            <pc:docMk/>
            <pc:sldMk cId="3215850933" sldId="329"/>
            <ac:spMk id="7" creationId="{777A9777-5022-3C9A-DEB5-957391339002}"/>
          </ac:spMkLst>
        </pc:spChg>
      </pc:sldChg>
      <pc:sldChg chg="new del">
        <pc:chgData name="Gurjot Singh" userId="83e15f0a-3691-4b13-a248-ec4d83812968" providerId="ADAL" clId="{2CE4707E-236F-4159-A21A-B5D68036E123}" dt="2026-03-06T17:46:52.835" v="1225" actId="47"/>
        <pc:sldMkLst>
          <pc:docMk/>
          <pc:sldMk cId="1609416675" sldId="330"/>
        </pc:sldMkLst>
      </pc:sldChg>
      <pc:sldChg chg="addSp delSp modSp new mod">
        <pc:chgData name="Gurjot Singh" userId="83e15f0a-3691-4b13-a248-ec4d83812968" providerId="ADAL" clId="{2CE4707E-236F-4159-A21A-B5D68036E123}" dt="2026-03-06T17:53:23.993" v="1282" actId="1076"/>
        <pc:sldMkLst>
          <pc:docMk/>
          <pc:sldMk cId="3183448444" sldId="330"/>
        </pc:sldMkLst>
        <pc:spChg chg="mod">
          <ac:chgData name="Gurjot Singh" userId="83e15f0a-3691-4b13-a248-ec4d83812968" providerId="ADAL" clId="{2CE4707E-236F-4159-A21A-B5D68036E123}" dt="2026-03-06T17:53:01.292" v="1279" actId="1076"/>
          <ac:spMkLst>
            <pc:docMk/>
            <pc:sldMk cId="3183448444" sldId="330"/>
            <ac:spMk id="2" creationId="{FB3ED26D-2AD5-727D-859C-819C3FBDC6F4}"/>
          </ac:spMkLst>
        </pc:spChg>
        <pc:spChg chg="add del mod">
          <ac:chgData name="Gurjot Singh" userId="83e15f0a-3691-4b13-a248-ec4d83812968" providerId="ADAL" clId="{2CE4707E-236F-4159-A21A-B5D68036E123}" dt="2026-03-06T17:52:57.843" v="1276" actId="478"/>
          <ac:spMkLst>
            <pc:docMk/>
            <pc:sldMk cId="3183448444" sldId="330"/>
            <ac:spMk id="4" creationId="{616C4952-19DC-83B2-DD8D-F9931D88F154}"/>
          </ac:spMkLst>
        </pc:spChg>
        <pc:spChg chg="add del">
          <ac:chgData name="Gurjot Singh" userId="83e15f0a-3691-4b13-a248-ec4d83812968" providerId="ADAL" clId="{2CE4707E-236F-4159-A21A-B5D68036E123}" dt="2026-03-06T17:53:03.942" v="1280" actId="478"/>
          <ac:spMkLst>
            <pc:docMk/>
            <pc:sldMk cId="3183448444" sldId="330"/>
            <ac:spMk id="6" creationId="{D1CE6DE4-BE38-BF9F-1390-CC13B7A5E449}"/>
          </ac:spMkLst>
        </pc:spChg>
        <pc:spChg chg="add del mod">
          <ac:chgData name="Gurjot Singh" userId="83e15f0a-3691-4b13-a248-ec4d83812968" providerId="ADAL" clId="{2CE4707E-236F-4159-A21A-B5D68036E123}" dt="2026-03-06T17:53:03.942" v="1280" actId="478"/>
          <ac:spMkLst>
            <pc:docMk/>
            <pc:sldMk cId="3183448444" sldId="330"/>
            <ac:spMk id="8" creationId="{E11B27A9-B11D-95A4-B7E2-766C0D4AC59D}"/>
          </ac:spMkLst>
        </pc:spChg>
        <pc:spChg chg="add mod">
          <ac:chgData name="Gurjot Singh" userId="83e15f0a-3691-4b13-a248-ec4d83812968" providerId="ADAL" clId="{2CE4707E-236F-4159-A21A-B5D68036E123}" dt="2026-03-06T17:53:23.993" v="1282" actId="1076"/>
          <ac:spMkLst>
            <pc:docMk/>
            <pc:sldMk cId="3183448444" sldId="330"/>
            <ac:spMk id="9" creationId="{4776F203-F240-900D-B75F-7AC7F3FCEEF4}"/>
          </ac:spMkLst>
        </pc:spChg>
      </pc:sldChg>
      <pc:sldMasterChg chg="delSldLayout">
        <pc:chgData name="Gurjot Singh" userId="83e15f0a-3691-4b13-a248-ec4d83812968" providerId="ADAL" clId="{2CE4707E-236F-4159-A21A-B5D68036E123}" dt="2026-02-27T17:49:02.422" v="1208" actId="47"/>
        <pc:sldMasterMkLst>
          <pc:docMk/>
          <pc:sldMasterMk cId="0" sldId="214748367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b872573b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b872573b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8b872573b1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8b872573b1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DB7A2306-5047-E736-34E9-EE5BEB7D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9200BE17-6BAB-10AF-B2CE-5457706E6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9C8A4915-BE01-9AFD-75FD-66B096A14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382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0AAAA340-9CB7-F85D-108B-20B9BADBD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5ACE7617-3D14-C727-755A-7AEA6B7E9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A196F197-5CED-437C-B01A-40532D82D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57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0B85FF95-94F5-8866-F352-CE8B6D83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1E968173-A41E-9703-3402-33067D5A4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90A4C9B8-7F3E-9B76-45CE-B086DF0A6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427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70C62176-1F46-B56F-7AD5-2662E7AE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242F93A2-7D11-247A-BE4F-DF585B5EC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D37D9185-6548-8817-9E1C-6B4089B77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1275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8b3994a781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8b3994a781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997276D2-33AA-12CE-BC3A-1BDB73EA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703485D9-36CC-A01D-E401-5650387A6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A7960708-612E-F740-D5EA-0FEEB0D73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416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EB541092-AEA2-9DC3-BA4C-E834EFED0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CF799A95-734C-048D-7825-BD4721503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A47E7D1B-2C7F-7100-DD78-FF1234DF3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303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>
          <a:extLst>
            <a:ext uri="{FF2B5EF4-FFF2-40B4-BE49-F238E27FC236}">
              <a16:creationId xmlns:a16="http://schemas.microsoft.com/office/drawing/2014/main" id="{413FB42F-7AB5-F8B2-68D3-C2E3BE56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8b3994a781_0_1034:notes">
            <a:extLst>
              <a:ext uri="{FF2B5EF4-FFF2-40B4-BE49-F238E27FC236}">
                <a16:creationId xmlns:a16="http://schemas.microsoft.com/office/drawing/2014/main" id="{94814CBF-A7E3-E098-8DBD-BE0DA37B8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8b3994a781_0_1034:notes">
            <a:extLst>
              <a:ext uri="{FF2B5EF4-FFF2-40B4-BE49-F238E27FC236}">
                <a16:creationId xmlns:a16="http://schemas.microsoft.com/office/drawing/2014/main" id="{0F7E6EBB-EF41-1085-CC1F-32DBD91EC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4546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8d4cbd36da_4_31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8d4cbd36da_4_31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1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4357775"/>
            <a:ext cx="6633906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923700" y="0"/>
            <a:ext cx="7220221" cy="2724140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CUSTOM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4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164" name="Google Shape;164;p14"/>
            <p:cNvSpPr/>
            <p:nvPr/>
          </p:nvSpPr>
          <p:spPr>
            <a:xfrm>
              <a:off x="5439453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5723675" y="3632754"/>
              <a:ext cx="2948838" cy="131882"/>
            </a:xfrm>
            <a:custGeom>
              <a:avLst/>
              <a:gdLst/>
              <a:ahLst/>
              <a:cxnLst/>
              <a:rect l="l" t="t" r="r" b="b"/>
              <a:pathLst>
                <a:path w="92144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4574596" y="3360726"/>
              <a:ext cx="1353834" cy="131882"/>
            </a:xfrm>
            <a:custGeom>
              <a:avLst/>
              <a:gdLst/>
              <a:ahLst/>
              <a:cxnLst/>
              <a:rect l="l" t="t" r="r" b="b"/>
              <a:pathLst>
                <a:path w="42304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129312" y="2816286"/>
              <a:ext cx="1148858" cy="131498"/>
            </a:xfrm>
            <a:custGeom>
              <a:avLst/>
              <a:gdLst/>
              <a:ahLst/>
              <a:cxnLst/>
              <a:rect l="l" t="t" r="r" b="b"/>
              <a:pathLst>
                <a:path w="3589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3376749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3077647" y="2816286"/>
              <a:ext cx="370397" cy="131498"/>
            </a:xfrm>
            <a:custGeom>
              <a:avLst/>
              <a:gdLst/>
              <a:ahLst/>
              <a:cxnLst/>
              <a:rect l="l" t="t" r="r" b="b"/>
              <a:pathLst>
                <a:path w="11574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3542860" y="2816286"/>
              <a:ext cx="139467" cy="131498"/>
            </a:xfrm>
            <a:custGeom>
              <a:avLst/>
              <a:gdLst/>
              <a:ahLst/>
              <a:cxnLst/>
              <a:rect l="l" t="t" r="r" b="b"/>
              <a:pathLst>
                <a:path w="4358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3723818" y="3088314"/>
              <a:ext cx="366205" cy="131882"/>
            </a:xfrm>
            <a:custGeom>
              <a:avLst/>
              <a:gdLst/>
              <a:ahLst/>
              <a:cxnLst/>
              <a:rect l="l" t="t" r="r" b="b"/>
              <a:pathLst>
                <a:path w="11443" h="4121" extrusionOk="0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2734770" y="3088314"/>
              <a:ext cx="891622" cy="131882"/>
            </a:xfrm>
            <a:custGeom>
              <a:avLst/>
              <a:gdLst/>
              <a:ahLst/>
              <a:cxnLst/>
              <a:rect l="l" t="t" r="r" b="b"/>
              <a:pathLst>
                <a:path w="27861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864832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149054" y="3632754"/>
              <a:ext cx="2031679" cy="131882"/>
            </a:xfrm>
            <a:custGeom>
              <a:avLst/>
              <a:gdLst/>
              <a:ahLst/>
              <a:cxnLst/>
              <a:rect l="l" t="t" r="r" b="b"/>
              <a:pathLst>
                <a:path w="63485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-25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824064" y="2816286"/>
              <a:ext cx="1337833" cy="131498"/>
            </a:xfrm>
            <a:custGeom>
              <a:avLst/>
              <a:gdLst/>
              <a:ahLst/>
              <a:cxnLst/>
              <a:rect l="l" t="t" r="r" b="b"/>
              <a:pathLst>
                <a:path w="41804" h="4109" extrusionOk="0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582114" y="2816286"/>
              <a:ext cx="139499" cy="131498"/>
            </a:xfrm>
            <a:custGeom>
              <a:avLst/>
              <a:gdLst/>
              <a:ahLst/>
              <a:cxnLst/>
              <a:rect l="l" t="t" r="r" b="b"/>
              <a:pathLst>
                <a:path w="435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8756420" y="3632754"/>
              <a:ext cx="142155" cy="131882"/>
            </a:xfrm>
            <a:custGeom>
              <a:avLst/>
              <a:gdLst/>
              <a:ahLst/>
              <a:cxnLst/>
              <a:rect l="l" t="t" r="r" b="b"/>
              <a:pathLst>
                <a:path w="4442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790219" y="3360726"/>
              <a:ext cx="1353802" cy="131882"/>
            </a:xfrm>
            <a:custGeom>
              <a:avLst/>
              <a:gdLst/>
              <a:ahLst/>
              <a:cxnLst/>
              <a:rect l="l" t="t" r="r" b="b"/>
              <a:pathLst>
                <a:path w="42303" h="4121" extrusionOk="0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6982098" y="2816286"/>
              <a:ext cx="1154938" cy="131498"/>
            </a:xfrm>
            <a:custGeom>
              <a:avLst/>
              <a:gdLst/>
              <a:ahLst/>
              <a:cxnLst/>
              <a:rect l="l" t="t" r="r" b="b"/>
              <a:pathLst>
                <a:path w="36089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279016" y="2816286"/>
              <a:ext cx="139883" cy="131498"/>
            </a:xfrm>
            <a:custGeom>
              <a:avLst/>
              <a:gdLst/>
              <a:ahLst/>
              <a:cxnLst/>
              <a:rect l="l" t="t" r="r" b="b"/>
              <a:pathLst>
                <a:path w="4371" h="4109" extrusionOk="0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4" name="Google Shape;184;p14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4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ctrTitle" idx="4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4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189" name="Google Shape;189;p14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4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/>
          <p:nvPr/>
        </p:nvSpPr>
        <p:spPr>
          <a:xfrm>
            <a:off x="0" y="1584850"/>
            <a:ext cx="4361919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6076300" y="1584850"/>
            <a:ext cx="1243658" cy="241393"/>
          </a:xfrm>
          <a:custGeom>
            <a:avLst/>
            <a:gdLst/>
            <a:ahLst/>
            <a:cxnLst/>
            <a:rect l="l" t="t" r="r" b="b"/>
            <a:pathLst>
              <a:path w="19503" h="5847" extrusionOk="0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172024" y="3002644"/>
            <a:ext cx="1243656" cy="240911"/>
          </a:xfrm>
          <a:custGeom>
            <a:avLst/>
            <a:gdLst/>
            <a:ahLst/>
            <a:cxnLst/>
            <a:rect l="l" t="t" r="r" b="b"/>
            <a:pathLst>
              <a:path w="30184" h="5847" extrusionOk="0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4667250" y="3002650"/>
            <a:ext cx="4476882" cy="24089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4552950" y="1584850"/>
            <a:ext cx="134246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subTitle" idx="3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ctrTitle" idx="4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sz="3500" b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sz="22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4_1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 flipH="1">
            <a:off x="-4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8"/>
          <p:cNvSpPr/>
          <p:nvPr/>
        </p:nvSpPr>
        <p:spPr>
          <a:xfrm flipH="1">
            <a:off x="67151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8"/>
          <p:cNvSpPr/>
          <p:nvPr/>
        </p:nvSpPr>
        <p:spPr>
          <a:xfrm flipH="1">
            <a:off x="1229469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"/>
          <p:cNvSpPr/>
          <p:nvPr/>
        </p:nvSpPr>
        <p:spPr>
          <a:xfrm flipH="1">
            <a:off x="66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"/>
          <p:cNvSpPr/>
          <p:nvPr/>
        </p:nvSpPr>
        <p:spPr>
          <a:xfrm flipH="1">
            <a:off x="23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 flipH="1">
            <a:off x="1299983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8"/>
          <p:cNvSpPr/>
          <p:nvPr/>
        </p:nvSpPr>
        <p:spPr>
          <a:xfrm flipH="1">
            <a:off x="8105584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8"/>
          <p:cNvSpPr/>
          <p:nvPr/>
        </p:nvSpPr>
        <p:spPr>
          <a:xfrm flipH="1">
            <a:off x="8039752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"/>
          <p:cNvSpPr/>
          <p:nvPr/>
        </p:nvSpPr>
        <p:spPr>
          <a:xfrm flipH="1">
            <a:off x="5478250" y="1500456"/>
            <a:ext cx="2365680" cy="356858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"/>
          <p:cNvSpPr/>
          <p:nvPr/>
        </p:nvSpPr>
        <p:spPr>
          <a:xfrm flipH="1">
            <a:off x="6896105" y="912525"/>
            <a:ext cx="2247799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2094075" y="1123150"/>
            <a:ext cx="4955589" cy="4020450"/>
          </a:xfrm>
          <a:custGeom>
            <a:avLst/>
            <a:gdLst/>
            <a:ahLst/>
            <a:cxnLst/>
            <a:rect l="l" t="t" r="r" b="b"/>
            <a:pathLst>
              <a:path w="151663" h="92191" extrusionOk="0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Percentages">
  <p:cSld name="CUSTOM_12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title" idx="2" hasCustomPrompt="1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3"/>
          <p:cNvSpPr txBox="1">
            <a:spLocks noGrp="1"/>
          </p:cNvSpPr>
          <p:nvPr>
            <p:ph type="title" idx="3" hasCustomPrompt="1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  <p:sp>
        <p:nvSpPr>
          <p:cNvPr id="307" name="Google Shape;307;p23"/>
          <p:cNvSpPr/>
          <p:nvPr/>
        </p:nvSpPr>
        <p:spPr>
          <a:xfrm flipH="1">
            <a:off x="-11" y="0"/>
            <a:ext cx="1371614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3"/>
          <p:cNvSpPr/>
          <p:nvPr/>
        </p:nvSpPr>
        <p:spPr>
          <a:xfrm flipH="1">
            <a:off x="7353292" y="4786292"/>
            <a:ext cx="1371614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9" r:id="rId5"/>
    <p:sldLayoutId id="2147483660" r:id="rId6"/>
    <p:sldLayoutId id="2147483661" r:id="rId7"/>
    <p:sldLayoutId id="2147483664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US" sz="5400" dirty="0"/>
              <a:t>Frontend </a:t>
            </a:r>
            <a:br>
              <a:rPr lang="en-US" sz="5400" dirty="0"/>
            </a:br>
            <a:r>
              <a:rPr lang="en-US" sz="5400" dirty="0"/>
              <a:t>&amp; the APIs</a:t>
            </a:r>
            <a:endParaRPr sz="5400"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dk2"/>
                </a:solidFill>
              </a:rPr>
              <a:t>Building and Deploying a Full-Stack MERN App on Azure by Gurjot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>
            <a:spLocks noGrp="1"/>
          </p:cNvSpPr>
          <p:nvPr>
            <p:ph type="title" idx="5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8" name="Google Shape;348;p29"/>
          <p:cNvSpPr txBox="1">
            <a:spLocks noGrp="1"/>
          </p:cNvSpPr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01</a:t>
            </a:r>
            <a:endParaRPr sz="3500" b="1"/>
          </a:p>
        </p:txBody>
      </p:sp>
      <p:sp>
        <p:nvSpPr>
          <p:cNvPr id="349" name="Google Shape;349;p29"/>
          <p:cNvSpPr txBox="1">
            <a:spLocks noGrp="1"/>
          </p:cNvSpPr>
          <p:nvPr>
            <p:ph type="subTitle" idx="1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/>
            <a:r>
              <a:rPr lang="en-CA" dirty="0"/>
              <a:t>Data in URL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0" name="Google Shape;350;p29"/>
          <p:cNvSpPr txBox="1">
            <a:spLocks noGrp="1"/>
          </p:cNvSpPr>
          <p:nvPr>
            <p:ph type="ctrTitle" idx="2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/>
              <a:t>03</a:t>
            </a:r>
            <a:endParaRPr sz="3500" b="1"/>
          </a:p>
        </p:txBody>
      </p:sp>
      <p:sp>
        <p:nvSpPr>
          <p:cNvPr id="351" name="Google Shape;351;p29"/>
          <p:cNvSpPr txBox="1">
            <a:spLocks noGrp="1"/>
          </p:cNvSpPr>
          <p:nvPr>
            <p:ph type="subTitle" idx="3"/>
          </p:nvPr>
        </p:nvSpPr>
        <p:spPr>
          <a:xfrm flipH="1">
            <a:off x="4811674" y="2163531"/>
            <a:ext cx="2792284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latin typeface="Overpass Mono"/>
                <a:ea typeface="Overpass Mono"/>
                <a:cs typeface="Overpass Mono"/>
                <a:sym typeface="Overpass Mono"/>
              </a:rPr>
              <a:t>APIs: Read, Update &amp; Delete</a:t>
            </a:r>
            <a:endParaRPr sz="2200" b="1" dirty="0"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52" name="Google Shape;352;p29"/>
          <p:cNvSpPr txBox="1">
            <a:spLocks noGrp="1"/>
          </p:cNvSpPr>
          <p:nvPr>
            <p:ph type="ctrTitle" idx="6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3" name="Google Shape;353;p29"/>
          <p:cNvSpPr txBox="1">
            <a:spLocks noGrp="1"/>
          </p:cNvSpPr>
          <p:nvPr>
            <p:ph type="subTitle" idx="7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Postman Testing</a:t>
            </a:r>
            <a:endParaRPr dirty="0"/>
          </a:p>
        </p:txBody>
      </p:sp>
      <p:sp>
        <p:nvSpPr>
          <p:cNvPr id="354" name="Google Shape;354;p29"/>
          <p:cNvSpPr txBox="1">
            <a:spLocks noGrp="1"/>
          </p:cNvSpPr>
          <p:nvPr>
            <p:ph type="ctrTitle" idx="8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9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Setting up Frontend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729844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/>
              <a:t>Traditional Websites vs Modern Web Apps</a:t>
            </a: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4CB3-FB93-C868-07FF-EEB1BEA3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Traditional Websites vs Modern Web Apps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93FC7B-B861-D9C8-3E19-3D931E5C7D46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278050" y="1497341"/>
            <a:ext cx="2807834" cy="581100"/>
          </a:xfrm>
        </p:spPr>
        <p:txBody>
          <a:bodyPr/>
          <a:lstStyle/>
          <a:p>
            <a:r>
              <a:rPr lang="en-CA" dirty="0"/>
              <a:t>Older websites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C74184-CBFE-3054-2C4A-4424F53C8628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906960" y="1497341"/>
            <a:ext cx="2958990" cy="581100"/>
          </a:xfrm>
        </p:spPr>
        <p:txBody>
          <a:bodyPr/>
          <a:lstStyle/>
          <a:p>
            <a:r>
              <a:rPr lang="en-CA" dirty="0"/>
              <a:t>Modern web apps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A8B6FF5A-2215-B553-821E-39C56169250F}"/>
              </a:ext>
            </a:extLst>
          </p:cNvPr>
          <p:cNvSpPr txBox="1">
            <a:spLocks/>
          </p:cNvSpPr>
          <p:nvPr/>
        </p:nvSpPr>
        <p:spPr>
          <a:xfrm>
            <a:off x="1278050" y="2281199"/>
            <a:ext cx="3293950" cy="242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  <a:defRPr sz="2200" b="1" i="0" u="none" strike="noStrike" cap="non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Page reloads after every action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Server sends a full HTML page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77A9777-5022-3C9A-DEB5-957391339002}"/>
              </a:ext>
            </a:extLst>
          </p:cNvPr>
          <p:cNvSpPr txBox="1">
            <a:spLocks/>
          </p:cNvSpPr>
          <p:nvPr/>
        </p:nvSpPr>
        <p:spPr>
          <a:xfrm>
            <a:off x="4906960" y="2281198"/>
            <a:ext cx="3293950" cy="2421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Overpass Mono"/>
              <a:buNone/>
              <a:defRPr sz="2200" b="1" i="0" u="none" strike="noStrike" cap="non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0"/>
              <a:buFont typeface="Overpass Mono"/>
              <a:buNone/>
              <a:defRPr sz="125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Only parts of the page update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Faster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321585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D26D-2AD5-727D-859C-819C3FBD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React?</a:t>
            </a:r>
          </a:p>
        </p:txBody>
      </p:sp>
      <p:sp>
        <p:nvSpPr>
          <p:cNvPr id="9" name="Google Shape;920;p53">
            <a:extLst>
              <a:ext uri="{FF2B5EF4-FFF2-40B4-BE49-F238E27FC236}">
                <a16:creationId xmlns:a16="http://schemas.microsoft.com/office/drawing/2014/main" id="{4776F203-F240-900D-B75F-7AC7F3FCEEF4}"/>
              </a:ext>
            </a:extLst>
          </p:cNvPr>
          <p:cNvSpPr txBox="1"/>
          <p:nvPr/>
        </p:nvSpPr>
        <p:spPr>
          <a:xfrm>
            <a:off x="758844" y="1378692"/>
            <a:ext cx="7626312" cy="30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-317500">
              <a:lnSpc>
                <a:spcPct val="115000"/>
              </a:lnSpc>
              <a:spcBef>
                <a:spcPts val="1600"/>
              </a:spcBef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Used while Coding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Fast Refresh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Not Optimized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Includes debugging tools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  <p:extLst>
      <p:ext uri="{BB962C8B-B14F-4D97-AF65-F5344CB8AC3E}">
        <p14:creationId xmlns:p14="http://schemas.microsoft.com/office/powerpoint/2010/main" val="318344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>
            <a:spLocks noGrp="1"/>
          </p:cNvSpPr>
          <p:nvPr>
            <p:ph type="title" idx="6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How Data Reaches Backend?</a:t>
            </a:r>
            <a:endParaRPr dirty="0"/>
          </a:p>
        </p:txBody>
      </p:sp>
      <p:sp>
        <p:nvSpPr>
          <p:cNvPr id="463" name="Google Shape;463;p37"/>
          <p:cNvSpPr txBox="1">
            <a:spLocks noGrp="1"/>
          </p:cNvSpPr>
          <p:nvPr>
            <p:ph type="subTitle" idx="1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CA" dirty="0"/>
              <a:t>Used for sending data</a:t>
            </a:r>
            <a:endParaRPr dirty="0"/>
          </a:p>
        </p:txBody>
      </p:sp>
      <p:sp>
        <p:nvSpPr>
          <p:cNvPr id="464" name="Google Shape;464;p37"/>
          <p:cNvSpPr txBox="1">
            <a:spLocks noGrp="1"/>
          </p:cNvSpPr>
          <p:nvPr>
            <p:ph type="ctrTitle" idx="2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dirty="0"/>
              <a:t>URL Params</a:t>
            </a:r>
            <a:endParaRPr dirty="0"/>
          </a:p>
        </p:txBody>
      </p:sp>
      <p:sp>
        <p:nvSpPr>
          <p:cNvPr id="465" name="Google Shape;465;p37"/>
          <p:cNvSpPr txBox="1">
            <a:spLocks noGrp="1"/>
          </p:cNvSpPr>
          <p:nvPr>
            <p:ph type="subTitle" idx="3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/>
              <a:t>Used when identifying something specific</a:t>
            </a:r>
            <a:endParaRPr b="1" dirty="0"/>
          </a:p>
        </p:txBody>
      </p:sp>
      <p:sp>
        <p:nvSpPr>
          <p:cNvPr id="466" name="Google Shape;466;p37"/>
          <p:cNvSpPr txBox="1">
            <a:spLocks noGrp="1"/>
          </p:cNvSpPr>
          <p:nvPr>
            <p:ph type="subTitle" idx="5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/>
              <a:t>Used for filtering or optional values</a:t>
            </a:r>
            <a:endParaRPr dirty="0"/>
          </a:p>
        </p:txBody>
      </p:sp>
      <p:grpSp>
        <p:nvGrpSpPr>
          <p:cNvPr id="467" name="Google Shape;467;p37"/>
          <p:cNvGrpSpPr/>
          <p:nvPr/>
        </p:nvGrpSpPr>
        <p:grpSpPr>
          <a:xfrm>
            <a:off x="3851848" y="2570562"/>
            <a:ext cx="1440305" cy="2572929"/>
            <a:chOff x="3851848" y="2570562"/>
            <a:chExt cx="1440305" cy="2572929"/>
          </a:xfrm>
        </p:grpSpPr>
        <p:sp>
          <p:nvSpPr>
            <p:cNvPr id="468" name="Google Shape;468;p37"/>
            <p:cNvSpPr/>
            <p:nvPr/>
          </p:nvSpPr>
          <p:spPr>
            <a:xfrm>
              <a:off x="3851848" y="4010317"/>
              <a:ext cx="1440305" cy="719800"/>
            </a:xfrm>
            <a:custGeom>
              <a:avLst/>
              <a:gdLst/>
              <a:ahLst/>
              <a:cxnLst/>
              <a:rect l="l" t="t" r="r" b="b"/>
              <a:pathLst>
                <a:path w="45006" h="22492" extrusionOk="0">
                  <a:moveTo>
                    <a:pt x="11287" y="22492"/>
                  </a:moveTo>
                  <a:lnTo>
                    <a:pt x="0" y="1"/>
                  </a:lnTo>
                  <a:lnTo>
                    <a:pt x="45006" y="1"/>
                  </a:lnTo>
                  <a:lnTo>
                    <a:pt x="33778" y="22492"/>
                  </a:lnTo>
                  <a:close/>
                </a:path>
              </a:pathLst>
            </a:custGeom>
            <a:solidFill>
              <a:srgbClr val="FFFFFF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4213029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22491" y="1"/>
                  </a:lnTo>
                  <a:lnTo>
                    <a:pt x="22491" y="12919"/>
                  </a:lnTo>
                  <a:lnTo>
                    <a:pt x="0" y="1291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3851848" y="2570562"/>
              <a:ext cx="1440305" cy="1439920"/>
            </a:xfrm>
            <a:custGeom>
              <a:avLst/>
              <a:gdLst/>
              <a:ahLst/>
              <a:cxnLst/>
              <a:rect l="l" t="t" r="r" b="b"/>
              <a:pathLst>
                <a:path w="45006" h="44994" extrusionOk="0">
                  <a:moveTo>
                    <a:pt x="0" y="0"/>
                  </a:moveTo>
                  <a:lnTo>
                    <a:pt x="45006" y="0"/>
                  </a:lnTo>
                  <a:lnTo>
                    <a:pt x="45006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1349436" y="2570562"/>
            <a:ext cx="1798893" cy="2572929"/>
            <a:chOff x="1349436" y="2570562"/>
            <a:chExt cx="1798893" cy="2572929"/>
          </a:xfrm>
        </p:grpSpPr>
        <p:sp>
          <p:nvSpPr>
            <p:cNvPr id="472" name="Google Shape;472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1349436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33719" y="22492"/>
                  </a:moveTo>
                  <a:lnTo>
                    <a:pt x="1" y="1"/>
                  </a:lnTo>
                  <a:lnTo>
                    <a:pt x="44947" y="1"/>
                  </a:lnTo>
                  <a:lnTo>
                    <a:pt x="56210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428436" y="4730018"/>
              <a:ext cx="719800" cy="413472"/>
            </a:xfrm>
            <a:custGeom>
              <a:avLst/>
              <a:gdLst/>
              <a:ahLst/>
              <a:cxnLst/>
              <a:rect l="l" t="t" r="r" b="b"/>
              <a:pathLst>
                <a:path w="22492" h="12920" extrusionOk="0">
                  <a:moveTo>
                    <a:pt x="0" y="1"/>
                  </a:moveTo>
                  <a:lnTo>
                    <a:pt x="0" y="12919"/>
                  </a:lnTo>
                  <a:lnTo>
                    <a:pt x="22491" y="12919"/>
                  </a:lnTo>
                  <a:lnTo>
                    <a:pt x="22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349436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1" y="0"/>
                  </a:moveTo>
                  <a:lnTo>
                    <a:pt x="44995" y="0"/>
                  </a:lnTo>
                  <a:lnTo>
                    <a:pt x="44995" y="44994"/>
                  </a:lnTo>
                  <a:lnTo>
                    <a:pt x="1" y="4499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7"/>
          <p:cNvGrpSpPr/>
          <p:nvPr/>
        </p:nvGrpSpPr>
        <p:grpSpPr>
          <a:xfrm>
            <a:off x="5995705" y="2570562"/>
            <a:ext cx="1798893" cy="2572929"/>
            <a:chOff x="5995705" y="2570562"/>
            <a:chExt cx="1798893" cy="2572929"/>
          </a:xfrm>
        </p:grpSpPr>
        <p:sp>
          <p:nvSpPr>
            <p:cNvPr id="477" name="Google Shape;477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995705" y="4010317"/>
              <a:ext cx="1798893" cy="719800"/>
            </a:xfrm>
            <a:custGeom>
              <a:avLst/>
              <a:gdLst/>
              <a:ahLst/>
              <a:cxnLst/>
              <a:rect l="l" t="t" r="r" b="b"/>
              <a:pathLst>
                <a:path w="56211" h="22492" extrusionOk="0">
                  <a:moveTo>
                    <a:pt x="1" y="22492"/>
                  </a:moveTo>
                  <a:lnTo>
                    <a:pt x="11216" y="1"/>
                  </a:lnTo>
                  <a:lnTo>
                    <a:pt x="56210" y="1"/>
                  </a:lnTo>
                  <a:lnTo>
                    <a:pt x="22492" y="22492"/>
                  </a:lnTo>
                  <a:close/>
                </a:path>
              </a:pathLst>
            </a:custGeom>
            <a:solidFill>
              <a:srgbClr val="1B1464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6354614" y="2570562"/>
              <a:ext cx="1439952" cy="1439920"/>
            </a:xfrm>
            <a:custGeom>
              <a:avLst/>
              <a:gdLst/>
              <a:ahLst/>
              <a:cxnLst/>
              <a:rect l="l" t="t" r="r" b="b"/>
              <a:pathLst>
                <a:path w="44995" h="44994" extrusionOk="0">
                  <a:moveTo>
                    <a:pt x="0" y="0"/>
                  </a:moveTo>
                  <a:lnTo>
                    <a:pt x="44994" y="0"/>
                  </a:lnTo>
                  <a:lnTo>
                    <a:pt x="44994" y="44994"/>
                  </a:lnTo>
                  <a:lnTo>
                    <a:pt x="0" y="449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5995705" y="4730018"/>
              <a:ext cx="720184" cy="413472"/>
            </a:xfrm>
            <a:custGeom>
              <a:avLst/>
              <a:gdLst/>
              <a:ahLst/>
              <a:cxnLst/>
              <a:rect l="l" t="t" r="r" b="b"/>
              <a:pathLst>
                <a:path w="22504" h="12920" extrusionOk="0">
                  <a:moveTo>
                    <a:pt x="1" y="1"/>
                  </a:moveTo>
                  <a:lnTo>
                    <a:pt x="22503" y="1"/>
                  </a:lnTo>
                  <a:lnTo>
                    <a:pt x="22503" y="12919"/>
                  </a:lnTo>
                  <a:lnTo>
                    <a:pt x="1" y="129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37"/>
          <p:cNvSpPr txBox="1">
            <a:spLocks noGrp="1"/>
          </p:cNvSpPr>
          <p:nvPr>
            <p:ph type="ctrTitle" idx="7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dirty="0"/>
              <a:t>Query Params</a:t>
            </a:r>
            <a:endParaRPr dirty="0"/>
          </a:p>
        </p:txBody>
      </p:sp>
      <p:sp>
        <p:nvSpPr>
          <p:cNvPr id="482" name="Google Shape;482;p37"/>
          <p:cNvSpPr txBox="1">
            <a:spLocks noGrp="1"/>
          </p:cNvSpPr>
          <p:nvPr>
            <p:ph type="ctrTitle" idx="8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dirty="0"/>
              <a:t>Request Body</a:t>
            </a:r>
            <a:endParaRPr dirty="0"/>
          </a:p>
        </p:txBody>
      </p:sp>
      <p:grpSp>
        <p:nvGrpSpPr>
          <p:cNvPr id="483" name="Google Shape;483;p37"/>
          <p:cNvGrpSpPr/>
          <p:nvPr/>
        </p:nvGrpSpPr>
        <p:grpSpPr>
          <a:xfrm>
            <a:off x="1641422" y="2903249"/>
            <a:ext cx="858761" cy="774103"/>
            <a:chOff x="-2128678" y="-581024"/>
            <a:chExt cx="858761" cy="774103"/>
          </a:xfrm>
        </p:grpSpPr>
        <p:sp>
          <p:nvSpPr>
            <p:cNvPr id="484" name="Google Shape;484;p37"/>
            <p:cNvSpPr/>
            <p:nvPr/>
          </p:nvSpPr>
          <p:spPr>
            <a:xfrm>
              <a:off x="-2128678" y="-581024"/>
              <a:ext cx="555721" cy="774103"/>
            </a:xfrm>
            <a:custGeom>
              <a:avLst/>
              <a:gdLst/>
              <a:ahLst/>
              <a:cxnLst/>
              <a:rect l="l" t="t" r="r" b="b"/>
              <a:pathLst>
                <a:path w="14052" h="19574" extrusionOk="0">
                  <a:moveTo>
                    <a:pt x="7026" y="13540"/>
                  </a:moveTo>
                  <a:cubicBezTo>
                    <a:pt x="7708" y="13540"/>
                    <a:pt x="8267" y="14098"/>
                    <a:pt x="8267" y="14796"/>
                  </a:cubicBezTo>
                  <a:cubicBezTo>
                    <a:pt x="8267" y="15199"/>
                    <a:pt x="8081" y="15572"/>
                    <a:pt x="7770" y="15789"/>
                  </a:cubicBezTo>
                  <a:lnTo>
                    <a:pt x="7770" y="16657"/>
                  </a:lnTo>
                  <a:cubicBezTo>
                    <a:pt x="7770" y="17076"/>
                    <a:pt x="7429" y="17402"/>
                    <a:pt x="7026" y="17402"/>
                  </a:cubicBezTo>
                  <a:cubicBezTo>
                    <a:pt x="6607" y="17402"/>
                    <a:pt x="6266" y="17076"/>
                    <a:pt x="6266" y="16657"/>
                  </a:cubicBezTo>
                  <a:lnTo>
                    <a:pt x="6266" y="15789"/>
                  </a:lnTo>
                  <a:cubicBezTo>
                    <a:pt x="5971" y="15572"/>
                    <a:pt x="5770" y="15199"/>
                    <a:pt x="5770" y="14796"/>
                  </a:cubicBezTo>
                  <a:cubicBezTo>
                    <a:pt x="5770" y="14098"/>
                    <a:pt x="6328" y="13540"/>
                    <a:pt x="7026" y="13540"/>
                  </a:cubicBezTo>
                  <a:close/>
                  <a:moveTo>
                    <a:pt x="6468" y="0"/>
                  </a:moveTo>
                  <a:cubicBezTo>
                    <a:pt x="3800" y="0"/>
                    <a:pt x="1629" y="2187"/>
                    <a:pt x="1629" y="4855"/>
                  </a:cubicBezTo>
                  <a:lnTo>
                    <a:pt x="1629" y="7708"/>
                  </a:lnTo>
                  <a:lnTo>
                    <a:pt x="1086" y="7708"/>
                  </a:lnTo>
                  <a:cubicBezTo>
                    <a:pt x="481" y="7708"/>
                    <a:pt x="0" y="8189"/>
                    <a:pt x="0" y="8794"/>
                  </a:cubicBezTo>
                  <a:lnTo>
                    <a:pt x="0" y="18487"/>
                  </a:lnTo>
                  <a:cubicBezTo>
                    <a:pt x="0" y="19092"/>
                    <a:pt x="481" y="19573"/>
                    <a:pt x="1086" y="19573"/>
                  </a:cubicBezTo>
                  <a:lnTo>
                    <a:pt x="12951" y="19573"/>
                  </a:lnTo>
                  <a:cubicBezTo>
                    <a:pt x="13555" y="19573"/>
                    <a:pt x="14052" y="19092"/>
                    <a:pt x="14052" y="18487"/>
                  </a:cubicBezTo>
                  <a:lnTo>
                    <a:pt x="14052" y="13261"/>
                  </a:lnTo>
                  <a:lnTo>
                    <a:pt x="14052" y="11803"/>
                  </a:lnTo>
                  <a:lnTo>
                    <a:pt x="12594" y="11803"/>
                  </a:lnTo>
                  <a:lnTo>
                    <a:pt x="12594" y="10345"/>
                  </a:lnTo>
                  <a:lnTo>
                    <a:pt x="11136" y="10345"/>
                  </a:lnTo>
                  <a:lnTo>
                    <a:pt x="11136" y="8949"/>
                  </a:lnTo>
                  <a:lnTo>
                    <a:pt x="10484" y="8949"/>
                  </a:lnTo>
                  <a:lnTo>
                    <a:pt x="10484" y="7708"/>
                  </a:lnTo>
                  <a:lnTo>
                    <a:pt x="4777" y="7708"/>
                  </a:lnTo>
                  <a:lnTo>
                    <a:pt x="4777" y="4855"/>
                  </a:lnTo>
                  <a:cubicBezTo>
                    <a:pt x="4777" y="3924"/>
                    <a:pt x="5537" y="3164"/>
                    <a:pt x="6468" y="3164"/>
                  </a:cubicBezTo>
                  <a:lnTo>
                    <a:pt x="7569" y="3164"/>
                  </a:lnTo>
                  <a:cubicBezTo>
                    <a:pt x="8499" y="3164"/>
                    <a:pt x="9259" y="3924"/>
                    <a:pt x="9259" y="4855"/>
                  </a:cubicBezTo>
                  <a:lnTo>
                    <a:pt x="9259" y="5537"/>
                  </a:lnTo>
                  <a:lnTo>
                    <a:pt x="12423" y="5537"/>
                  </a:lnTo>
                  <a:lnTo>
                    <a:pt x="12423" y="4855"/>
                  </a:lnTo>
                  <a:cubicBezTo>
                    <a:pt x="12423" y="2187"/>
                    <a:pt x="10236" y="0"/>
                    <a:pt x="7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-1572978" y="-171927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-1515316" y="-285987"/>
              <a:ext cx="114134" cy="114095"/>
            </a:xfrm>
            <a:custGeom>
              <a:avLst/>
              <a:gdLst/>
              <a:ahLst/>
              <a:cxnLst/>
              <a:rect l="l" t="t" r="r" b="b"/>
              <a:pathLst>
                <a:path w="2886" h="2885" extrusionOk="0">
                  <a:moveTo>
                    <a:pt x="1427" y="0"/>
                  </a:moveTo>
                  <a:lnTo>
                    <a:pt x="1427" y="1427"/>
                  </a:lnTo>
                  <a:lnTo>
                    <a:pt x="1" y="1427"/>
                  </a:lnTo>
                  <a:lnTo>
                    <a:pt x="1" y="2885"/>
                  </a:lnTo>
                  <a:lnTo>
                    <a:pt x="1458" y="2885"/>
                  </a:lnTo>
                  <a:lnTo>
                    <a:pt x="1458" y="1458"/>
                  </a:lnTo>
                  <a:lnTo>
                    <a:pt x="2885" y="1458"/>
                  </a:lnTo>
                  <a:lnTo>
                    <a:pt x="28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-1516542" y="-343649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-1630640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-1458287" y="-171294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-1342962" y="-127118"/>
              <a:ext cx="57700" cy="58293"/>
            </a:xfrm>
            <a:custGeom>
              <a:avLst/>
              <a:gdLst/>
              <a:ahLst/>
              <a:cxnLst/>
              <a:rect l="l" t="t" r="r" b="b"/>
              <a:pathLst>
                <a:path w="1459" h="1474" extrusionOk="0">
                  <a:moveTo>
                    <a:pt x="1" y="0"/>
                  </a:moveTo>
                  <a:lnTo>
                    <a:pt x="1" y="1474"/>
                  </a:lnTo>
                  <a:lnTo>
                    <a:pt x="1459" y="1474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-1400625" y="-229550"/>
              <a:ext cx="57700" cy="57660"/>
            </a:xfrm>
            <a:custGeom>
              <a:avLst/>
              <a:gdLst/>
              <a:ahLst/>
              <a:cxnLst/>
              <a:rect l="l" t="t" r="r" b="b"/>
              <a:pathLst>
                <a:path w="1459" h="1458" extrusionOk="0">
                  <a:moveTo>
                    <a:pt x="1" y="0"/>
                  </a:moveTo>
                  <a:lnTo>
                    <a:pt x="1" y="1458"/>
                  </a:lnTo>
                  <a:lnTo>
                    <a:pt x="1459" y="1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-1327617" y="-302558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0"/>
                  </a:moveTo>
                  <a:lnTo>
                    <a:pt x="1" y="1458"/>
                  </a:lnTo>
                  <a:lnTo>
                    <a:pt x="1458" y="145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-1384054" y="-409301"/>
              <a:ext cx="57700" cy="57700"/>
            </a:xfrm>
            <a:custGeom>
              <a:avLst/>
              <a:gdLst/>
              <a:ahLst/>
              <a:cxnLst/>
              <a:rect l="l" t="t" r="r" b="b"/>
              <a:pathLst>
                <a:path w="1459" h="1459" extrusionOk="0">
                  <a:moveTo>
                    <a:pt x="1" y="1"/>
                  </a:moveTo>
                  <a:lnTo>
                    <a:pt x="1" y="1459"/>
                  </a:lnTo>
                  <a:lnTo>
                    <a:pt x="1459" y="1459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37"/>
          <p:cNvGrpSpPr/>
          <p:nvPr/>
        </p:nvGrpSpPr>
        <p:grpSpPr>
          <a:xfrm>
            <a:off x="4123000" y="2912749"/>
            <a:ext cx="898027" cy="755103"/>
            <a:chOff x="-3420500" y="-562633"/>
            <a:chExt cx="898027" cy="755103"/>
          </a:xfrm>
        </p:grpSpPr>
        <p:sp>
          <p:nvSpPr>
            <p:cNvPr id="495" name="Google Shape;495;p37"/>
            <p:cNvSpPr/>
            <p:nvPr/>
          </p:nvSpPr>
          <p:spPr>
            <a:xfrm>
              <a:off x="-3251785" y="-284761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12"/>
                    <a:pt x="0" y="1148"/>
                  </a:cubicBezTo>
                  <a:cubicBezTo>
                    <a:pt x="0" y="1784"/>
                    <a:pt x="512" y="2296"/>
                    <a:pt x="1148" y="2296"/>
                  </a:cubicBezTo>
                  <a:cubicBezTo>
                    <a:pt x="1784" y="2296"/>
                    <a:pt x="2295" y="1784"/>
                    <a:pt x="2295" y="1148"/>
                  </a:cubicBezTo>
                  <a:cubicBezTo>
                    <a:pt x="2295" y="512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-3119929" y="-276811"/>
              <a:ext cx="380328" cy="74863"/>
            </a:xfrm>
            <a:custGeom>
              <a:avLst/>
              <a:gdLst/>
              <a:ahLst/>
              <a:cxnLst/>
              <a:rect l="l" t="t" r="r" b="b"/>
              <a:pathLst>
                <a:path w="9617" h="1893" extrusionOk="0">
                  <a:moveTo>
                    <a:pt x="947" y="1"/>
                  </a:moveTo>
                  <a:cubicBezTo>
                    <a:pt x="419" y="1"/>
                    <a:pt x="1" y="435"/>
                    <a:pt x="1" y="947"/>
                  </a:cubicBezTo>
                  <a:cubicBezTo>
                    <a:pt x="1" y="1474"/>
                    <a:pt x="419" y="1893"/>
                    <a:pt x="947" y="1893"/>
                  </a:cubicBezTo>
                  <a:lnTo>
                    <a:pt x="8686" y="1893"/>
                  </a:lnTo>
                  <a:cubicBezTo>
                    <a:pt x="9198" y="1893"/>
                    <a:pt x="9617" y="1474"/>
                    <a:pt x="9617" y="947"/>
                  </a:cubicBezTo>
                  <a:cubicBezTo>
                    <a:pt x="9617" y="435"/>
                    <a:pt x="9198" y="1"/>
                    <a:pt x="8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-3251785" y="-135700"/>
              <a:ext cx="90801" cy="90801"/>
            </a:xfrm>
            <a:custGeom>
              <a:avLst/>
              <a:gdLst/>
              <a:ahLst/>
              <a:cxnLst/>
              <a:rect l="l" t="t" r="r" b="b"/>
              <a:pathLst>
                <a:path w="2296" h="2296" extrusionOk="0">
                  <a:moveTo>
                    <a:pt x="1148" y="0"/>
                  </a:moveTo>
                  <a:cubicBezTo>
                    <a:pt x="512" y="0"/>
                    <a:pt x="0" y="527"/>
                    <a:pt x="0" y="1148"/>
                  </a:cubicBezTo>
                  <a:cubicBezTo>
                    <a:pt x="0" y="1784"/>
                    <a:pt x="512" y="2295"/>
                    <a:pt x="1148" y="2295"/>
                  </a:cubicBezTo>
                  <a:cubicBezTo>
                    <a:pt x="1784" y="2295"/>
                    <a:pt x="2295" y="1784"/>
                    <a:pt x="2295" y="1148"/>
                  </a:cubicBezTo>
                  <a:cubicBezTo>
                    <a:pt x="2295" y="527"/>
                    <a:pt x="1784" y="0"/>
                    <a:pt x="1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-3119929" y="-127118"/>
              <a:ext cx="380328" cy="74231"/>
            </a:xfrm>
            <a:custGeom>
              <a:avLst/>
              <a:gdLst/>
              <a:ahLst/>
              <a:cxnLst/>
              <a:rect l="l" t="t" r="r" b="b"/>
              <a:pathLst>
                <a:path w="9617" h="1877" extrusionOk="0">
                  <a:moveTo>
                    <a:pt x="947" y="0"/>
                  </a:moveTo>
                  <a:cubicBezTo>
                    <a:pt x="419" y="0"/>
                    <a:pt x="1" y="419"/>
                    <a:pt x="1" y="931"/>
                  </a:cubicBezTo>
                  <a:cubicBezTo>
                    <a:pt x="1" y="1458"/>
                    <a:pt x="419" y="1877"/>
                    <a:pt x="947" y="1877"/>
                  </a:cubicBezTo>
                  <a:lnTo>
                    <a:pt x="8686" y="1877"/>
                  </a:lnTo>
                  <a:cubicBezTo>
                    <a:pt x="9198" y="1877"/>
                    <a:pt x="9617" y="1458"/>
                    <a:pt x="9617" y="931"/>
                  </a:cubicBezTo>
                  <a:cubicBezTo>
                    <a:pt x="9617" y="419"/>
                    <a:pt x="9198" y="0"/>
                    <a:pt x="8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-2754973" y="-30222"/>
              <a:ext cx="232500" cy="222692"/>
            </a:xfrm>
            <a:custGeom>
              <a:avLst/>
              <a:gdLst/>
              <a:ahLst/>
              <a:cxnLst/>
              <a:rect l="l" t="t" r="r" b="b"/>
              <a:pathLst>
                <a:path w="5879" h="5631" extrusionOk="0">
                  <a:moveTo>
                    <a:pt x="1381" y="1"/>
                  </a:moveTo>
                  <a:cubicBezTo>
                    <a:pt x="1055" y="1"/>
                    <a:pt x="730" y="125"/>
                    <a:pt x="497" y="357"/>
                  </a:cubicBezTo>
                  <a:cubicBezTo>
                    <a:pt x="1" y="854"/>
                    <a:pt x="1" y="1645"/>
                    <a:pt x="497" y="2141"/>
                  </a:cubicBezTo>
                  <a:lnTo>
                    <a:pt x="1164" y="2808"/>
                  </a:lnTo>
                  <a:lnTo>
                    <a:pt x="497" y="3475"/>
                  </a:lnTo>
                  <a:cubicBezTo>
                    <a:pt x="1" y="3971"/>
                    <a:pt x="1" y="4762"/>
                    <a:pt x="497" y="5258"/>
                  </a:cubicBezTo>
                  <a:cubicBezTo>
                    <a:pt x="730" y="5491"/>
                    <a:pt x="1055" y="5631"/>
                    <a:pt x="1381" y="5631"/>
                  </a:cubicBezTo>
                  <a:cubicBezTo>
                    <a:pt x="1722" y="5631"/>
                    <a:pt x="2033" y="5491"/>
                    <a:pt x="2281" y="5258"/>
                  </a:cubicBezTo>
                  <a:lnTo>
                    <a:pt x="2948" y="4591"/>
                  </a:lnTo>
                  <a:lnTo>
                    <a:pt x="3615" y="5258"/>
                  </a:lnTo>
                  <a:cubicBezTo>
                    <a:pt x="3847" y="5491"/>
                    <a:pt x="4157" y="5631"/>
                    <a:pt x="4499" y="5631"/>
                  </a:cubicBezTo>
                  <a:cubicBezTo>
                    <a:pt x="4840" y="5631"/>
                    <a:pt x="5150" y="5491"/>
                    <a:pt x="5383" y="5258"/>
                  </a:cubicBezTo>
                  <a:cubicBezTo>
                    <a:pt x="5879" y="4762"/>
                    <a:pt x="5879" y="3971"/>
                    <a:pt x="5383" y="3475"/>
                  </a:cubicBezTo>
                  <a:lnTo>
                    <a:pt x="4716" y="2808"/>
                  </a:lnTo>
                  <a:lnTo>
                    <a:pt x="5383" y="2141"/>
                  </a:lnTo>
                  <a:cubicBezTo>
                    <a:pt x="5879" y="1645"/>
                    <a:pt x="5879" y="854"/>
                    <a:pt x="5383" y="357"/>
                  </a:cubicBezTo>
                  <a:cubicBezTo>
                    <a:pt x="5150" y="125"/>
                    <a:pt x="4840" y="1"/>
                    <a:pt x="4499" y="1"/>
                  </a:cubicBezTo>
                  <a:cubicBezTo>
                    <a:pt x="4157" y="1"/>
                    <a:pt x="3847" y="125"/>
                    <a:pt x="3615" y="357"/>
                  </a:cubicBezTo>
                  <a:lnTo>
                    <a:pt x="2948" y="1024"/>
                  </a:lnTo>
                  <a:lnTo>
                    <a:pt x="2281" y="357"/>
                  </a:lnTo>
                  <a:cubicBezTo>
                    <a:pt x="2033" y="125"/>
                    <a:pt x="1722" y="1"/>
                    <a:pt x="13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-3420500" y="-562633"/>
              <a:ext cx="812780" cy="670449"/>
            </a:xfrm>
            <a:custGeom>
              <a:avLst/>
              <a:gdLst/>
              <a:ahLst/>
              <a:cxnLst/>
              <a:rect l="l" t="t" r="r" b="b"/>
              <a:pathLst>
                <a:path w="20552" h="16953" extrusionOk="0">
                  <a:moveTo>
                    <a:pt x="621" y="0"/>
                  </a:moveTo>
                  <a:cubicBezTo>
                    <a:pt x="280" y="0"/>
                    <a:pt x="1" y="280"/>
                    <a:pt x="1" y="636"/>
                  </a:cubicBezTo>
                  <a:lnTo>
                    <a:pt x="1" y="16316"/>
                  </a:lnTo>
                  <a:cubicBezTo>
                    <a:pt x="1" y="16658"/>
                    <a:pt x="280" y="16952"/>
                    <a:pt x="621" y="16952"/>
                  </a:cubicBezTo>
                  <a:lnTo>
                    <a:pt x="15852" y="16952"/>
                  </a:lnTo>
                  <a:cubicBezTo>
                    <a:pt x="15945" y="16704"/>
                    <a:pt x="16069" y="16487"/>
                    <a:pt x="16239" y="16270"/>
                  </a:cubicBezTo>
                  <a:cubicBezTo>
                    <a:pt x="16100" y="16099"/>
                    <a:pt x="15976" y="15898"/>
                    <a:pt x="15898" y="15696"/>
                  </a:cubicBezTo>
                  <a:lnTo>
                    <a:pt x="1257" y="15696"/>
                  </a:lnTo>
                  <a:lnTo>
                    <a:pt x="1257" y="4839"/>
                  </a:lnTo>
                  <a:lnTo>
                    <a:pt x="19295" y="4839"/>
                  </a:lnTo>
                  <a:lnTo>
                    <a:pt x="19295" y="12439"/>
                  </a:lnTo>
                  <a:cubicBezTo>
                    <a:pt x="19465" y="12532"/>
                    <a:pt x="19620" y="12625"/>
                    <a:pt x="19776" y="12734"/>
                  </a:cubicBezTo>
                  <a:cubicBezTo>
                    <a:pt x="20008" y="12548"/>
                    <a:pt x="20272" y="12408"/>
                    <a:pt x="20551" y="12315"/>
                  </a:cubicBezTo>
                  <a:lnTo>
                    <a:pt x="20551" y="636"/>
                  </a:lnTo>
                  <a:cubicBezTo>
                    <a:pt x="20551" y="280"/>
                    <a:pt x="20272" y="0"/>
                    <a:pt x="19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1" name="Google Shape;501;p37"/>
          <p:cNvSpPr/>
          <p:nvPr/>
        </p:nvSpPr>
        <p:spPr>
          <a:xfrm>
            <a:off x="6643821" y="2926246"/>
            <a:ext cx="950761" cy="728109"/>
          </a:xfrm>
          <a:custGeom>
            <a:avLst/>
            <a:gdLst/>
            <a:ahLst/>
            <a:cxnLst/>
            <a:rect l="l" t="t" r="r" b="b"/>
            <a:pathLst>
              <a:path w="24041" h="18411" extrusionOk="0">
                <a:moveTo>
                  <a:pt x="23265" y="7972"/>
                </a:moveTo>
                <a:lnTo>
                  <a:pt x="23265" y="10454"/>
                </a:lnTo>
                <a:lnTo>
                  <a:pt x="16379" y="10454"/>
                </a:lnTo>
                <a:lnTo>
                  <a:pt x="16379" y="7972"/>
                </a:lnTo>
                <a:close/>
                <a:moveTo>
                  <a:pt x="19326" y="3288"/>
                </a:moveTo>
                <a:lnTo>
                  <a:pt x="19326" y="7197"/>
                </a:lnTo>
                <a:lnTo>
                  <a:pt x="15976" y="7197"/>
                </a:lnTo>
                <a:cubicBezTo>
                  <a:pt x="15774" y="7197"/>
                  <a:pt x="15603" y="7352"/>
                  <a:pt x="15603" y="7553"/>
                </a:cubicBezTo>
                <a:lnTo>
                  <a:pt x="15603" y="10857"/>
                </a:lnTo>
                <a:cubicBezTo>
                  <a:pt x="15603" y="11059"/>
                  <a:pt x="15774" y="11229"/>
                  <a:pt x="15976" y="11229"/>
                </a:cubicBezTo>
                <a:lnTo>
                  <a:pt x="19326" y="11229"/>
                </a:lnTo>
                <a:lnTo>
                  <a:pt x="19326" y="16208"/>
                </a:lnTo>
                <a:lnTo>
                  <a:pt x="10532" y="16208"/>
                </a:lnTo>
                <a:lnTo>
                  <a:pt x="10532" y="14750"/>
                </a:lnTo>
                <a:cubicBezTo>
                  <a:pt x="10532" y="14548"/>
                  <a:pt x="10361" y="14378"/>
                  <a:pt x="10160" y="14378"/>
                </a:cubicBezTo>
                <a:lnTo>
                  <a:pt x="5755" y="14378"/>
                </a:lnTo>
                <a:lnTo>
                  <a:pt x="5755" y="11229"/>
                </a:lnTo>
                <a:lnTo>
                  <a:pt x="10160" y="11229"/>
                </a:lnTo>
                <a:cubicBezTo>
                  <a:pt x="10361" y="11229"/>
                  <a:pt x="10532" y="11059"/>
                  <a:pt x="10532" y="10857"/>
                </a:cubicBezTo>
                <a:lnTo>
                  <a:pt x="10532" y="7553"/>
                </a:lnTo>
                <a:cubicBezTo>
                  <a:pt x="10532" y="7352"/>
                  <a:pt x="10361" y="7197"/>
                  <a:pt x="10160" y="7197"/>
                </a:cubicBezTo>
                <a:lnTo>
                  <a:pt x="5755" y="7197"/>
                </a:lnTo>
                <a:lnTo>
                  <a:pt x="5755" y="4033"/>
                </a:lnTo>
                <a:lnTo>
                  <a:pt x="10160" y="4033"/>
                </a:lnTo>
                <a:cubicBezTo>
                  <a:pt x="10361" y="4033"/>
                  <a:pt x="10532" y="3878"/>
                  <a:pt x="10532" y="3661"/>
                </a:cubicBezTo>
                <a:lnTo>
                  <a:pt x="10532" y="3288"/>
                </a:lnTo>
                <a:close/>
                <a:moveTo>
                  <a:pt x="373" y="0"/>
                </a:moveTo>
                <a:cubicBezTo>
                  <a:pt x="171" y="0"/>
                  <a:pt x="1" y="171"/>
                  <a:pt x="1" y="372"/>
                </a:cubicBezTo>
                <a:lnTo>
                  <a:pt x="1" y="3661"/>
                </a:lnTo>
                <a:cubicBezTo>
                  <a:pt x="1" y="3878"/>
                  <a:pt x="171" y="4033"/>
                  <a:pt x="373" y="4033"/>
                </a:cubicBezTo>
                <a:lnTo>
                  <a:pt x="4778" y="4033"/>
                </a:lnTo>
                <a:lnTo>
                  <a:pt x="4778" y="7197"/>
                </a:lnTo>
                <a:lnTo>
                  <a:pt x="373" y="7197"/>
                </a:lnTo>
                <a:cubicBezTo>
                  <a:pt x="171" y="7197"/>
                  <a:pt x="1" y="7352"/>
                  <a:pt x="1" y="7553"/>
                </a:cubicBezTo>
                <a:lnTo>
                  <a:pt x="1" y="10857"/>
                </a:lnTo>
                <a:cubicBezTo>
                  <a:pt x="1" y="11059"/>
                  <a:pt x="171" y="11229"/>
                  <a:pt x="373" y="11229"/>
                </a:cubicBezTo>
                <a:lnTo>
                  <a:pt x="4778" y="11229"/>
                </a:lnTo>
                <a:lnTo>
                  <a:pt x="4778" y="14378"/>
                </a:lnTo>
                <a:lnTo>
                  <a:pt x="373" y="14378"/>
                </a:lnTo>
                <a:cubicBezTo>
                  <a:pt x="171" y="14378"/>
                  <a:pt x="1" y="14548"/>
                  <a:pt x="1" y="14750"/>
                </a:cubicBezTo>
                <a:lnTo>
                  <a:pt x="1" y="18053"/>
                </a:lnTo>
                <a:cubicBezTo>
                  <a:pt x="1" y="18255"/>
                  <a:pt x="171" y="18410"/>
                  <a:pt x="373" y="18410"/>
                </a:cubicBezTo>
                <a:lnTo>
                  <a:pt x="10160" y="18410"/>
                </a:lnTo>
                <a:cubicBezTo>
                  <a:pt x="10361" y="18410"/>
                  <a:pt x="10532" y="18255"/>
                  <a:pt x="10532" y="18053"/>
                </a:cubicBezTo>
                <a:lnTo>
                  <a:pt x="10532" y="17185"/>
                </a:lnTo>
                <a:lnTo>
                  <a:pt x="19822" y="17185"/>
                </a:lnTo>
                <a:cubicBezTo>
                  <a:pt x="20101" y="17185"/>
                  <a:pt x="20318" y="16968"/>
                  <a:pt x="20318" y="16704"/>
                </a:cubicBezTo>
                <a:lnTo>
                  <a:pt x="20318" y="11229"/>
                </a:lnTo>
                <a:lnTo>
                  <a:pt x="23668" y="11229"/>
                </a:lnTo>
                <a:cubicBezTo>
                  <a:pt x="23870" y="11229"/>
                  <a:pt x="24041" y="11059"/>
                  <a:pt x="24041" y="10857"/>
                </a:cubicBezTo>
                <a:lnTo>
                  <a:pt x="24041" y="7553"/>
                </a:lnTo>
                <a:cubicBezTo>
                  <a:pt x="24041" y="7352"/>
                  <a:pt x="23870" y="7197"/>
                  <a:pt x="23668" y="7197"/>
                </a:cubicBezTo>
                <a:lnTo>
                  <a:pt x="20318" y="7197"/>
                </a:lnTo>
                <a:lnTo>
                  <a:pt x="20318" y="2792"/>
                </a:lnTo>
                <a:cubicBezTo>
                  <a:pt x="20318" y="2513"/>
                  <a:pt x="20101" y="2296"/>
                  <a:pt x="19822" y="2296"/>
                </a:cubicBezTo>
                <a:lnTo>
                  <a:pt x="10532" y="2296"/>
                </a:lnTo>
                <a:lnTo>
                  <a:pt x="10532" y="372"/>
                </a:lnTo>
                <a:cubicBezTo>
                  <a:pt x="10532" y="171"/>
                  <a:pt x="10361" y="0"/>
                  <a:pt x="10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278CD6EF-B6C9-08B9-F10A-5CA8DA8D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1973409C-6A74-D91F-0117-8DABC2FC47B6}"/>
              </a:ext>
            </a:extLst>
          </p:cNvPr>
          <p:cNvSpPr txBox="1"/>
          <p:nvPr/>
        </p:nvSpPr>
        <p:spPr>
          <a:xfrm>
            <a:off x="2510100" y="1430375"/>
            <a:ext cx="4123800" cy="34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Example: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PATCH 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api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todos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/123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Route:</a:t>
            </a:r>
            <a:b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</a:b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router.patch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("/:id", 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updateTodo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);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Access it using: </a:t>
            </a:r>
          </a:p>
          <a:p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req.params.id</a:t>
            </a: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But these won’t work without:</a:t>
            </a:r>
          </a:p>
          <a:p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app.use</a:t>
            </a:r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(</a:t>
            </a:r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express.json</a:t>
            </a:r>
            <a:r>
              <a:rPr lang="en-CA" b="1" dirty="0">
                <a:solidFill>
                  <a:schemeClr val="dk1"/>
                </a:solidFill>
                <a:latin typeface="Overpass Mono"/>
                <a:sym typeface="Overpass Mono"/>
              </a:rPr>
              <a:t>());</a:t>
            </a:r>
            <a:endParaRPr lang="en-CA" dirty="0"/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E7D41A90-CB5F-0275-91C8-4049D4AF3F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00" y="14012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URL Params</a:t>
            </a:r>
            <a:endParaRPr dirty="0"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4FF50340-A0F1-0E70-5712-81E066DE4B22}"/>
              </a:ext>
            </a:extLst>
          </p:cNvPr>
          <p:cNvSpPr/>
          <p:nvPr/>
        </p:nvSpPr>
        <p:spPr>
          <a:xfrm flipH="1">
            <a:off x="2510100" y="3391933"/>
            <a:ext cx="3175205" cy="316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4;p32">
            <a:extLst>
              <a:ext uri="{FF2B5EF4-FFF2-40B4-BE49-F238E27FC236}">
                <a16:creationId xmlns:a16="http://schemas.microsoft.com/office/drawing/2014/main" id="{3220344E-331B-F336-E9C4-79311F2A1FF0}"/>
              </a:ext>
            </a:extLst>
          </p:cNvPr>
          <p:cNvSpPr txBox="1">
            <a:spLocks/>
          </p:cNvSpPr>
          <p:nvPr/>
        </p:nvSpPr>
        <p:spPr>
          <a:xfrm>
            <a:off x="262294" y="6718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Used when identifying something specific</a:t>
            </a:r>
            <a:endParaRPr lang="en-C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6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47531A52-299D-83A1-2A88-8F29C7E8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040466C0-4663-FE63-FF29-6B0B3BC134FA}"/>
              </a:ext>
            </a:extLst>
          </p:cNvPr>
          <p:cNvSpPr txBox="1"/>
          <p:nvPr/>
        </p:nvSpPr>
        <p:spPr>
          <a:xfrm>
            <a:off x="2510100" y="1430375"/>
            <a:ext cx="4123800" cy="34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Example: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GET 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api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/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todos?completed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=true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Access it using: </a:t>
            </a: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req.query.completed</a:t>
            </a:r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F8D4CFBC-838E-1A99-E0FD-C2FDF48CC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00" y="14012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Query Params</a:t>
            </a:r>
            <a:endParaRPr dirty="0"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6CE055EF-C170-3A4B-FC64-FA16A2DC93E0}"/>
              </a:ext>
            </a:extLst>
          </p:cNvPr>
          <p:cNvSpPr/>
          <p:nvPr/>
        </p:nvSpPr>
        <p:spPr>
          <a:xfrm flipH="1">
            <a:off x="2510100" y="2759415"/>
            <a:ext cx="3175205" cy="316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4;p32">
            <a:extLst>
              <a:ext uri="{FF2B5EF4-FFF2-40B4-BE49-F238E27FC236}">
                <a16:creationId xmlns:a16="http://schemas.microsoft.com/office/drawing/2014/main" id="{CA4DAEAB-C488-5D56-1B77-7158B0D9B24B}"/>
              </a:ext>
            </a:extLst>
          </p:cNvPr>
          <p:cNvSpPr txBox="1">
            <a:spLocks/>
          </p:cNvSpPr>
          <p:nvPr/>
        </p:nvSpPr>
        <p:spPr>
          <a:xfrm>
            <a:off x="262294" y="6718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Used for filtering or optional values</a:t>
            </a:r>
            <a:endParaRPr lang="en-C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97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2AD7BA83-73C5-0819-879F-B0C8EBB8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71D063FE-A1AB-9F40-302C-FCAF0D2A9CC4}"/>
              </a:ext>
            </a:extLst>
          </p:cNvPr>
          <p:cNvSpPr txBox="1"/>
          <p:nvPr/>
        </p:nvSpPr>
        <p:spPr>
          <a:xfrm>
            <a:off x="2510100" y="1430375"/>
            <a:ext cx="4123800" cy="340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Example: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{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 "title": "Learn Docker",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 "</a:t>
            </a:r>
            <a:r>
              <a:rPr lang="en-US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isCompleted</a:t>
            </a:r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": false</a:t>
            </a:r>
          </a:p>
          <a:p>
            <a:pPr lvl="0"/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}</a:t>
            </a: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endParaRPr lang="en-US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r>
              <a:rPr lang="en-US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Access it using: </a:t>
            </a:r>
          </a:p>
          <a:p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  <a:p>
            <a:r>
              <a:rPr lang="en-CA" b="1" dirty="0" err="1">
                <a:solidFill>
                  <a:schemeClr val="dk1"/>
                </a:solidFill>
                <a:latin typeface="Overpass Mono"/>
                <a:sym typeface="Overpass Mono"/>
              </a:rPr>
              <a:t>req.body</a:t>
            </a:r>
            <a:endParaRPr lang="en-CA" b="1" dirty="0">
              <a:solidFill>
                <a:schemeClr val="dk1"/>
              </a:solidFill>
              <a:latin typeface="Overpass Mono"/>
              <a:sym typeface="Overpass Mono"/>
            </a:endParaRPr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65058D01-EDC8-0493-75D1-7B9D97000D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00" y="140124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Request Body</a:t>
            </a:r>
            <a:endParaRPr dirty="0"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D265933D-6D60-D2E2-4C78-3C1A60622BAE}"/>
              </a:ext>
            </a:extLst>
          </p:cNvPr>
          <p:cNvSpPr/>
          <p:nvPr/>
        </p:nvSpPr>
        <p:spPr>
          <a:xfrm flipH="1">
            <a:off x="2510100" y="3405683"/>
            <a:ext cx="3175205" cy="31680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74;p32">
            <a:extLst>
              <a:ext uri="{FF2B5EF4-FFF2-40B4-BE49-F238E27FC236}">
                <a16:creationId xmlns:a16="http://schemas.microsoft.com/office/drawing/2014/main" id="{4A4AFE16-F92A-4BCB-F9BB-08CF3349F2C0}"/>
              </a:ext>
            </a:extLst>
          </p:cNvPr>
          <p:cNvSpPr txBox="1">
            <a:spLocks/>
          </p:cNvSpPr>
          <p:nvPr/>
        </p:nvSpPr>
        <p:spPr>
          <a:xfrm>
            <a:off x="262294" y="671850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2000" dirty="0">
                <a:solidFill>
                  <a:schemeClr val="bg1"/>
                </a:solidFill>
              </a:rPr>
              <a:t>Used for sending data</a:t>
            </a:r>
          </a:p>
        </p:txBody>
      </p:sp>
    </p:spTree>
    <p:extLst>
      <p:ext uri="{BB962C8B-B14F-4D97-AF65-F5344CB8AC3E}">
        <p14:creationId xmlns:p14="http://schemas.microsoft.com/office/powerpoint/2010/main" val="197793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1FC5274B-933C-2634-2344-61E7A93A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C66C102A-0155-7D70-370D-131E836F7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 algn="r"/>
            <a:r>
              <a:rPr lang="en-CA" dirty="0"/>
              <a:t>APIs: Read, Update &amp; Delete</a:t>
            </a: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D4D11280-1496-1711-6B26-64739B4195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9356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6"/>
          <p:cNvSpPr/>
          <p:nvPr/>
        </p:nvSpPr>
        <p:spPr>
          <a:xfrm>
            <a:off x="0" y="2123344"/>
            <a:ext cx="3504300" cy="154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46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</a:t>
            </a:r>
            <a:r>
              <a:rPr lang="en-CA" dirty="0"/>
              <a:t>a</a:t>
            </a:r>
            <a:r>
              <a:rPr lang="en" dirty="0"/>
              <a:t>ckend APIs</a:t>
            </a:r>
            <a:endParaRPr dirty="0"/>
          </a:p>
        </p:txBody>
      </p:sp>
      <p:sp>
        <p:nvSpPr>
          <p:cNvPr id="694" name="Google Shape;694;p46"/>
          <p:cNvSpPr txBox="1">
            <a:spLocks noGrp="1"/>
          </p:cNvSpPr>
          <p:nvPr>
            <p:ph type="subTitle" idx="4294967295"/>
          </p:nvPr>
        </p:nvSpPr>
        <p:spPr>
          <a:xfrm flipH="1">
            <a:off x="870575" y="2926050"/>
            <a:ext cx="2435700" cy="442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To do app’s APIs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695" name="Google Shape;695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00" y="1316950"/>
            <a:ext cx="2697600" cy="273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Create (POST)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696" name="Google Shape;696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00" y="1603325"/>
            <a:ext cx="2698800" cy="273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endParaRPr sz="1400" dirty="0"/>
          </a:p>
        </p:txBody>
      </p:sp>
      <p:sp>
        <p:nvSpPr>
          <p:cNvPr id="697" name="Google Shape;697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00" y="2180501"/>
            <a:ext cx="2697600" cy="274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Read (GET)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698" name="Google Shape;698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246510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699" name="Google Shape;699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39549" y="3097500"/>
            <a:ext cx="3529441" cy="27075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Update (PATCH/PUT)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700" name="Google Shape;700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338210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r>
              <a:rPr lang="en-CA" sz="1400" dirty="0"/>
              <a:t>/:id</a:t>
            </a:r>
            <a:endParaRPr sz="1400" dirty="0"/>
          </a:p>
        </p:txBody>
      </p:sp>
      <p:sp>
        <p:nvSpPr>
          <p:cNvPr id="701" name="Google Shape;701;p46"/>
          <p:cNvSpPr txBox="1">
            <a:spLocks noGrp="1"/>
          </p:cNvSpPr>
          <p:nvPr>
            <p:ph type="ctrTitle" idx="4294967295"/>
          </p:nvPr>
        </p:nvSpPr>
        <p:spPr>
          <a:xfrm flipH="1">
            <a:off x="5340674" y="3953551"/>
            <a:ext cx="2937051" cy="27075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</a:rPr>
              <a:t>Delete (DELETE)</a:t>
            </a:r>
            <a:endParaRPr sz="2200" dirty="0">
              <a:solidFill>
                <a:schemeClr val="dk2"/>
              </a:solidFill>
            </a:endParaRPr>
          </a:p>
        </p:txBody>
      </p:sp>
      <p:sp>
        <p:nvSpPr>
          <p:cNvPr id="702" name="Google Shape;702;p46"/>
          <p:cNvSpPr txBox="1">
            <a:spLocks noGrp="1"/>
          </p:cNvSpPr>
          <p:nvPr>
            <p:ph type="subTitle" idx="4294967295"/>
          </p:nvPr>
        </p:nvSpPr>
        <p:spPr>
          <a:xfrm flipH="1">
            <a:off x="5339475" y="4238150"/>
            <a:ext cx="2698800" cy="274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>
              <a:buNone/>
            </a:pPr>
            <a:r>
              <a:rPr lang="en-CA" sz="1400" dirty="0"/>
              <a:t>/</a:t>
            </a:r>
            <a:r>
              <a:rPr lang="en-CA" sz="1400" dirty="0" err="1"/>
              <a:t>api</a:t>
            </a:r>
            <a:r>
              <a:rPr lang="en-CA" sz="1400" dirty="0"/>
              <a:t>/</a:t>
            </a:r>
            <a:r>
              <a:rPr lang="en-CA" sz="1400" dirty="0" err="1"/>
              <a:t>todos</a:t>
            </a:r>
            <a:r>
              <a:rPr lang="en-CA" sz="1400" dirty="0"/>
              <a:t>/:id</a:t>
            </a:r>
            <a:endParaRPr sz="1400" dirty="0"/>
          </a:p>
        </p:txBody>
      </p:sp>
      <p:sp>
        <p:nvSpPr>
          <p:cNvPr id="703" name="Google Shape;703;p46"/>
          <p:cNvSpPr/>
          <p:nvPr/>
        </p:nvSpPr>
        <p:spPr>
          <a:xfrm>
            <a:off x="0" y="2610900"/>
            <a:ext cx="1785055" cy="188756"/>
          </a:xfrm>
          <a:custGeom>
            <a:avLst/>
            <a:gdLst/>
            <a:ahLst/>
            <a:cxnLst/>
            <a:rect l="l" t="t" r="r" b="b"/>
            <a:pathLst>
              <a:path w="106491" h="5847" extrusionOk="0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46"/>
          <p:cNvSpPr txBox="1">
            <a:spLocks noGrp="1"/>
          </p:cNvSpPr>
          <p:nvPr>
            <p:ph type="ctrTitle" idx="4294967295"/>
          </p:nvPr>
        </p:nvSpPr>
        <p:spPr>
          <a:xfrm flipH="1">
            <a:off x="870550" y="2465100"/>
            <a:ext cx="2435700" cy="396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1"/>
                </a:solidFill>
              </a:rPr>
              <a:t>CRUD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705" name="Google Shape;705;p46"/>
          <p:cNvSpPr/>
          <p:nvPr/>
        </p:nvSpPr>
        <p:spPr>
          <a:xfrm flipH="1">
            <a:off x="1165475" y="3815600"/>
            <a:ext cx="2338825" cy="133867"/>
          </a:xfrm>
          <a:custGeom>
            <a:avLst/>
            <a:gdLst/>
            <a:ahLst/>
            <a:cxnLst/>
            <a:rect l="l" t="t" r="r" b="b"/>
            <a:pathLst>
              <a:path w="135840" h="8298" extrusionOk="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46"/>
          <p:cNvSpPr/>
          <p:nvPr/>
        </p:nvSpPr>
        <p:spPr>
          <a:xfrm flipH="1">
            <a:off x="5500" y="3815594"/>
            <a:ext cx="1159976" cy="133894"/>
          </a:xfrm>
          <a:custGeom>
            <a:avLst/>
            <a:gdLst/>
            <a:ahLst/>
            <a:cxnLst/>
            <a:rect l="l" t="t" r="r" b="b"/>
            <a:pathLst>
              <a:path w="71889" h="8298" extrusionOk="0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46"/>
          <p:cNvSpPr/>
          <p:nvPr/>
        </p:nvSpPr>
        <p:spPr>
          <a:xfrm flipH="1">
            <a:off x="1198717" y="4037295"/>
            <a:ext cx="1710557" cy="133894"/>
          </a:xfrm>
          <a:custGeom>
            <a:avLst/>
            <a:gdLst/>
            <a:ahLst/>
            <a:cxnLst/>
            <a:rect l="l" t="t" r="r" b="b"/>
            <a:pathLst>
              <a:path w="106011" h="8298" extrusionOk="0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46"/>
          <p:cNvSpPr/>
          <p:nvPr/>
        </p:nvSpPr>
        <p:spPr>
          <a:xfrm flipH="1">
            <a:off x="1198727" y="4037295"/>
            <a:ext cx="497188" cy="133894"/>
          </a:xfrm>
          <a:custGeom>
            <a:avLst/>
            <a:gdLst/>
            <a:ahLst/>
            <a:cxnLst/>
            <a:rect l="l" t="t" r="r" b="b"/>
            <a:pathLst>
              <a:path w="30813" h="8298" extrusionOk="0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46"/>
          <p:cNvSpPr/>
          <p:nvPr/>
        </p:nvSpPr>
        <p:spPr>
          <a:xfrm flipH="1">
            <a:off x="5505" y="4037295"/>
            <a:ext cx="579996" cy="133894"/>
          </a:xfrm>
          <a:custGeom>
            <a:avLst/>
            <a:gdLst/>
            <a:ahLst/>
            <a:cxnLst/>
            <a:rect l="l" t="t" r="r" b="b"/>
            <a:pathLst>
              <a:path w="35945" h="8298" extrusionOk="0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46"/>
          <p:cNvSpPr/>
          <p:nvPr/>
        </p:nvSpPr>
        <p:spPr>
          <a:xfrm flipH="1">
            <a:off x="933688" y="4037295"/>
            <a:ext cx="133894" cy="13389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46"/>
          <p:cNvSpPr/>
          <p:nvPr/>
        </p:nvSpPr>
        <p:spPr>
          <a:xfrm flipH="1">
            <a:off x="720893" y="4037295"/>
            <a:ext cx="133894" cy="133894"/>
          </a:xfrm>
          <a:custGeom>
            <a:avLst/>
            <a:gdLst/>
            <a:ahLst/>
            <a:cxnLst/>
            <a:rect l="l" t="t" r="r" b="b"/>
            <a:pathLst>
              <a:path w="8298" h="8298" extrusionOk="0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46"/>
          <p:cNvSpPr/>
          <p:nvPr/>
        </p:nvSpPr>
        <p:spPr>
          <a:xfrm flipH="1">
            <a:off x="5508" y="4258997"/>
            <a:ext cx="133878" cy="133894"/>
          </a:xfrm>
          <a:custGeom>
            <a:avLst/>
            <a:gdLst/>
            <a:ahLst/>
            <a:cxnLst/>
            <a:rect l="l" t="t" r="r" b="b"/>
            <a:pathLst>
              <a:path w="8297" h="8298" extrusionOk="0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6"/>
          <p:cNvSpPr/>
          <p:nvPr/>
        </p:nvSpPr>
        <p:spPr>
          <a:xfrm flipH="1">
            <a:off x="246918" y="4258997"/>
            <a:ext cx="1367368" cy="133894"/>
          </a:xfrm>
          <a:custGeom>
            <a:avLst/>
            <a:gdLst/>
            <a:ahLst/>
            <a:cxnLst/>
            <a:rect l="l" t="t" r="r" b="b"/>
            <a:pathLst>
              <a:path w="84742" h="8298" extrusionOk="0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14" name="Google Shape;714;p46"/>
          <p:cNvCxnSpPr/>
          <p:nvPr/>
        </p:nvCxnSpPr>
        <p:spPr>
          <a:xfrm rot="10800000" flipH="1">
            <a:off x="3351874" y="1570575"/>
            <a:ext cx="1879500" cy="1326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5" name="Google Shape;715;p46"/>
          <p:cNvCxnSpPr/>
          <p:nvPr/>
        </p:nvCxnSpPr>
        <p:spPr>
          <a:xfrm rot="10800000" flipH="1">
            <a:off x="3351874" y="2455275"/>
            <a:ext cx="1879500" cy="442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6" name="Google Shape;716;p46"/>
          <p:cNvCxnSpPr/>
          <p:nvPr/>
        </p:nvCxnSpPr>
        <p:spPr>
          <a:xfrm>
            <a:off x="3351874" y="2897475"/>
            <a:ext cx="1879500" cy="442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7" name="Google Shape;717;p46"/>
          <p:cNvCxnSpPr/>
          <p:nvPr/>
        </p:nvCxnSpPr>
        <p:spPr>
          <a:xfrm>
            <a:off x="3351874" y="2897513"/>
            <a:ext cx="1879500" cy="1326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9D399147-C1F1-41E6-B542-3F32C289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781A429A-AD0E-7C06-0100-658934184F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CA" dirty="0"/>
              <a:t>Postman Testing</a:t>
            </a: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1017AD60-0564-5AAB-AFA3-3BFC5E80C4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9081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62A536-69C3-BF84-9484-4FEC8752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27" y="0"/>
            <a:ext cx="87677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8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5E004100-93CD-2A83-AC5A-0DED9FBE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3C9CC85E-9CF6-D5A0-B853-8DDF7DBBE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CA" dirty="0"/>
              <a:t>Setting up Frontend</a:t>
            </a:r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232D8CF0-E3D4-C392-B9E1-7A107A5D703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043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>
          <a:extLst>
            <a:ext uri="{FF2B5EF4-FFF2-40B4-BE49-F238E27FC236}">
              <a16:creationId xmlns:a16="http://schemas.microsoft.com/office/drawing/2014/main" id="{34CFE271-55EF-5130-E78A-D29D4565F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0">
            <a:extLst>
              <a:ext uri="{FF2B5EF4-FFF2-40B4-BE49-F238E27FC236}">
                <a16:creationId xmlns:a16="http://schemas.microsoft.com/office/drawing/2014/main" id="{3F047698-5F3B-E92C-3D0F-F798B57243F9}"/>
              </a:ext>
            </a:extLst>
          </p:cNvPr>
          <p:cNvSpPr txBox="1"/>
          <p:nvPr/>
        </p:nvSpPr>
        <p:spPr>
          <a:xfrm>
            <a:off x="2510100" y="1492252"/>
            <a:ext cx="4123800" cy="29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1. </a:t>
            </a:r>
            <a:r>
              <a:rPr lang="en-CA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pnpm</a:t>
            </a:r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create next-app frontend</a:t>
            </a:r>
          </a:p>
          <a:p>
            <a:pPr lvl="0"/>
            <a:endParaRPr lang="en-CA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2. Select option 2</a:t>
            </a:r>
          </a:p>
          <a:p>
            <a:pPr lvl="0"/>
            <a:endParaRPr lang="en-CA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3. cd frontend ; </a:t>
            </a:r>
            <a:r>
              <a:rPr lang="en-CA" b="1" dirty="0" err="1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pnpm</a:t>
            </a:r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 dev</a:t>
            </a:r>
          </a:p>
          <a:p>
            <a:pPr lvl="0"/>
            <a:endParaRPr lang="en-CA"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lvl="0"/>
            <a:r>
              <a:rPr lang="en-CA" b="1" dirty="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rPr>
              <a:t>4. Open http://localhost:3000/</a:t>
            </a:r>
            <a:endParaRPr b="1" dirty="0">
              <a:solidFill>
                <a:schemeClr val="dk1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856" name="Google Shape;856;p50">
            <a:extLst>
              <a:ext uri="{FF2B5EF4-FFF2-40B4-BE49-F238E27FC236}">
                <a16:creationId xmlns:a16="http://schemas.microsoft.com/office/drawing/2014/main" id="{0D4AB259-D2F6-BA23-BA9D-C3D5803E9F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857" name="Google Shape;857;p50">
            <a:extLst>
              <a:ext uri="{FF2B5EF4-FFF2-40B4-BE49-F238E27FC236}">
                <a16:creationId xmlns:a16="http://schemas.microsoft.com/office/drawing/2014/main" id="{EC4EC95F-8F1A-5546-AD07-35E3F94084B3}"/>
              </a:ext>
            </a:extLst>
          </p:cNvPr>
          <p:cNvSpPr/>
          <p:nvPr/>
        </p:nvSpPr>
        <p:spPr>
          <a:xfrm flipH="1">
            <a:off x="2860410" y="1492252"/>
            <a:ext cx="3361634" cy="364049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766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C6370B-9992-538E-1750-3694AB57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582"/>
            <a:ext cx="9144000" cy="273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10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F44F-56B3-502D-28C6-97E4BE71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392BB-9674-498C-FE86-54272D7A5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33" y="0"/>
            <a:ext cx="87503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41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1EE3-43FD-9A30-B80D-A8D6E8ECE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5C688E-D859-5980-48F8-E71308209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20" y="371168"/>
            <a:ext cx="8125959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52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79ED6-93BD-7313-BB4F-4AF9839D9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353726-91B3-1FB7-1C4D-66CCE0E94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74"/>
            <a:ext cx="9144000" cy="50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323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9CAF-80BE-AC14-A45E-3D5C50CA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Development Mode in Next.js</a:t>
            </a:r>
          </a:p>
        </p:txBody>
      </p:sp>
      <p:sp>
        <p:nvSpPr>
          <p:cNvPr id="9" name="Google Shape;920;p53">
            <a:extLst>
              <a:ext uri="{FF2B5EF4-FFF2-40B4-BE49-F238E27FC236}">
                <a16:creationId xmlns:a16="http://schemas.microsoft.com/office/drawing/2014/main" id="{013CD2E4-015C-6E5E-4121-7ACA8F739D84}"/>
              </a:ext>
            </a:extLst>
          </p:cNvPr>
          <p:cNvSpPr txBox="1"/>
          <p:nvPr/>
        </p:nvSpPr>
        <p:spPr>
          <a:xfrm>
            <a:off x="758794" y="1681200"/>
            <a:ext cx="7626312" cy="30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-317500">
              <a:lnSpc>
                <a:spcPct val="115000"/>
              </a:lnSpc>
              <a:spcBef>
                <a:spcPts val="1600"/>
              </a:spcBef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Used while Coding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Fast Refresh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Not Optimized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Includes debugging tools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FA436C1-D9ED-E44E-C0CF-47B8E7B3ED59}"/>
              </a:ext>
            </a:extLst>
          </p:cNvPr>
          <p:cNvSpPr txBox="1">
            <a:spLocks/>
          </p:cNvSpPr>
          <p:nvPr/>
        </p:nvSpPr>
        <p:spPr>
          <a:xfrm>
            <a:off x="1277950" y="1012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CA" dirty="0" err="1">
                <a:solidFill>
                  <a:schemeClr val="bg1"/>
                </a:solidFill>
                <a:highlight>
                  <a:srgbClr val="000000"/>
                </a:highlight>
              </a:rPr>
              <a:t>pnpm</a:t>
            </a:r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dev</a:t>
            </a:r>
          </a:p>
        </p:txBody>
      </p:sp>
    </p:spTree>
    <p:extLst>
      <p:ext uri="{BB962C8B-B14F-4D97-AF65-F5344CB8AC3E}">
        <p14:creationId xmlns:p14="http://schemas.microsoft.com/office/powerpoint/2010/main" val="2771058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B8AA2-B538-AFF5-3BA3-D119EA2F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38F5-BEA8-C97F-3F33-AAC14529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Production Build in Next.js</a:t>
            </a:r>
          </a:p>
        </p:txBody>
      </p:sp>
      <p:sp>
        <p:nvSpPr>
          <p:cNvPr id="9" name="Google Shape;920;p53">
            <a:extLst>
              <a:ext uri="{FF2B5EF4-FFF2-40B4-BE49-F238E27FC236}">
                <a16:creationId xmlns:a16="http://schemas.microsoft.com/office/drawing/2014/main" id="{37AC1BBB-1F07-6C7D-0F64-31789B5B4137}"/>
              </a:ext>
            </a:extLst>
          </p:cNvPr>
          <p:cNvSpPr txBox="1"/>
          <p:nvPr/>
        </p:nvSpPr>
        <p:spPr>
          <a:xfrm>
            <a:off x="758794" y="1681200"/>
            <a:ext cx="7626312" cy="30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-317500">
              <a:lnSpc>
                <a:spcPct val="115000"/>
              </a:lnSpc>
              <a:spcBef>
                <a:spcPts val="1600"/>
              </a:spcBef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Optimizes Code</a:t>
            </a:r>
            <a:endParaRPr lang="en-US" sz="2800" dirty="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Minifies JavaScript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</a:rPr>
              <a:t>Removes unused code</a:t>
            </a:r>
          </a:p>
          <a:p>
            <a:pPr marL="457200" lvl="1" indent="-317500">
              <a:lnSpc>
                <a:spcPct val="115000"/>
              </a:lnSpc>
              <a:buClr>
                <a:schemeClr val="lt1"/>
              </a:buClr>
              <a:buSzPts val="1400"/>
              <a:buFont typeface="Anaheim"/>
              <a:buChar char="●"/>
            </a:pPr>
            <a:r>
              <a:rPr lang="en-US" sz="2800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Creates a </a:t>
            </a:r>
            <a:r>
              <a:rPr lang="en-US" sz="2800" dirty="0">
                <a:solidFill>
                  <a:schemeClr val="bg1"/>
                </a:solidFill>
                <a:highlight>
                  <a:srgbClr val="800000"/>
                </a:highlight>
                <a:latin typeface="Anaheim"/>
                <a:ea typeface="Anaheim"/>
                <a:cs typeface="Anaheim"/>
                <a:sym typeface="Anaheim"/>
              </a:rPr>
              <a:t>.next</a:t>
            </a:r>
            <a:r>
              <a:rPr lang="en-US" sz="2800" dirty="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folder that has the final compiled code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C77A90A-AAC5-86C9-CC20-6482FF714B4D}"/>
              </a:ext>
            </a:extLst>
          </p:cNvPr>
          <p:cNvSpPr txBox="1">
            <a:spLocks/>
          </p:cNvSpPr>
          <p:nvPr/>
        </p:nvSpPr>
        <p:spPr>
          <a:xfrm>
            <a:off x="1277950" y="1012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3000" b="1" i="0" u="none" strike="noStrike" cap="none">
                <a:solidFill>
                  <a:schemeClr val="dk2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CA" dirty="0" err="1">
                <a:solidFill>
                  <a:schemeClr val="bg1"/>
                </a:solidFill>
                <a:highlight>
                  <a:srgbClr val="000000"/>
                </a:highlight>
              </a:rPr>
              <a:t>pnpm</a:t>
            </a:r>
            <a:r>
              <a:rPr lang="en-CA" dirty="0">
                <a:solidFill>
                  <a:schemeClr val="bg1"/>
                </a:solidFill>
                <a:highlight>
                  <a:srgbClr val="000000"/>
                </a:highlight>
              </a:rPr>
              <a:t> build</a:t>
            </a:r>
          </a:p>
        </p:txBody>
      </p:sp>
    </p:spTree>
    <p:extLst>
      <p:ext uri="{BB962C8B-B14F-4D97-AF65-F5344CB8AC3E}">
        <p14:creationId xmlns:p14="http://schemas.microsoft.com/office/powerpoint/2010/main" val="2898640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37DD-60B1-2BBD-EDFA-A995EA38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B9A9B4-5707-41C9-4210-69E795A1F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" y="0"/>
            <a:ext cx="87736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32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B3743-2D2F-5BA1-317C-585F00246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400B3-45AC-2FA0-3D83-8EE524BD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04"/>
            <a:ext cx="9144000" cy="502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36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"/>
          <p:cNvSpPr txBox="1">
            <a:spLocks noGrp="1"/>
          </p:cNvSpPr>
          <p:nvPr>
            <p:ph type="title"/>
          </p:nvPr>
        </p:nvSpPr>
        <p:spPr>
          <a:xfrm>
            <a:off x="2106202" y="1071509"/>
            <a:ext cx="5580258" cy="1424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THANKS!</a:t>
            </a:r>
            <a:endParaRPr sz="9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51DE1-AAFD-2510-9589-042148B6E1D6}"/>
              </a:ext>
            </a:extLst>
          </p:cNvPr>
          <p:cNvSpPr/>
          <p:nvPr/>
        </p:nvSpPr>
        <p:spPr>
          <a:xfrm>
            <a:off x="2358188" y="2894454"/>
            <a:ext cx="4214491" cy="136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363</Words>
  <Application>Microsoft Office PowerPoint</Application>
  <PresentationFormat>On-screen Show (16:9)</PresentationFormat>
  <Paragraphs>106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Overpass Mono</vt:lpstr>
      <vt:lpstr>Arial</vt:lpstr>
      <vt:lpstr>Anaheim</vt:lpstr>
      <vt:lpstr>Programming Lesson by Slidesgo</vt:lpstr>
      <vt:lpstr>Frontend  &amp; the APIs</vt:lpstr>
      <vt:lpstr>TABLE OF CONTENTS</vt:lpstr>
      <vt:lpstr>Traditional Websites vs Modern Web Apps</vt:lpstr>
      <vt:lpstr>Traditional Websites vs Modern Web Apps</vt:lpstr>
      <vt:lpstr>What is React?</vt:lpstr>
      <vt:lpstr>How Data Reaches Backend?</vt:lpstr>
      <vt:lpstr>URL Params</vt:lpstr>
      <vt:lpstr>Query Params</vt:lpstr>
      <vt:lpstr>Request Body</vt:lpstr>
      <vt:lpstr>APIs: Read, Update &amp; Delete</vt:lpstr>
      <vt:lpstr>Backend APIs</vt:lpstr>
      <vt:lpstr>Postman Testing</vt:lpstr>
      <vt:lpstr>PowerPoint Presentation</vt:lpstr>
      <vt:lpstr>Setting up Frontend</vt:lpstr>
      <vt:lpstr>EXERCISE</vt:lpstr>
      <vt:lpstr>PowerPoint Presentation</vt:lpstr>
      <vt:lpstr>PowerPoint Presentation</vt:lpstr>
      <vt:lpstr>PowerPoint Presentation</vt:lpstr>
      <vt:lpstr>PowerPoint Presentation</vt:lpstr>
      <vt:lpstr>Development Mode in Next.js</vt:lpstr>
      <vt:lpstr>Production Build in Next.js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Gurjot Singh</cp:lastModifiedBy>
  <cp:revision>1</cp:revision>
  <dcterms:modified xsi:type="dcterms:W3CDTF">2026-03-06T17:53:31Z</dcterms:modified>
</cp:coreProperties>
</file>