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3"/>
  </p:notesMasterIdLst>
  <p:sldIdLst>
    <p:sldId id="256" r:id="rId2"/>
    <p:sldId id="261" r:id="rId3"/>
    <p:sldId id="324" r:id="rId4"/>
    <p:sldId id="329" r:id="rId5"/>
    <p:sldId id="330" r:id="rId6"/>
    <p:sldId id="358" r:id="rId7"/>
    <p:sldId id="332" r:id="rId8"/>
    <p:sldId id="333" r:id="rId9"/>
    <p:sldId id="334" r:id="rId10"/>
    <p:sldId id="335" r:id="rId11"/>
    <p:sldId id="336" r:id="rId12"/>
    <p:sldId id="339" r:id="rId13"/>
    <p:sldId id="337" r:id="rId14"/>
    <p:sldId id="35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60" r:id="rId24"/>
    <p:sldId id="350" r:id="rId25"/>
    <p:sldId id="351" r:id="rId26"/>
    <p:sldId id="352" r:id="rId27"/>
    <p:sldId id="353" r:id="rId28"/>
    <p:sldId id="354" r:id="rId29"/>
    <p:sldId id="338" r:id="rId30"/>
    <p:sldId id="355" r:id="rId31"/>
    <p:sldId id="305" r:id="rId32"/>
  </p:sldIdLst>
  <p:sldSz cx="9144000" cy="5143500" type="screen16x9"/>
  <p:notesSz cx="6858000" cy="9144000"/>
  <p:embeddedFontLst>
    <p:embeddedFont>
      <p:font typeface="Anaheim" panose="020B0604020202020204" charset="0"/>
      <p:regular r:id="rId34"/>
      <p:bold r:id="rId35"/>
    </p:embeddedFont>
    <p:embeddedFont>
      <p:font typeface="Overpass Mono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8915D-639C-4952-99F8-D1CEFA78870E}" v="1" dt="2026-03-13T16:47:14.290"/>
  </p1510:revLst>
</p1510:revInfo>
</file>

<file path=ppt/tableStyles.xml><?xml version="1.0" encoding="utf-8"?>
<a:tblStyleLst xmlns:a="http://schemas.openxmlformats.org/drawingml/2006/main" def="{F54F7A74-9A77-42D7-B592-B72458F304DA}">
  <a:tblStyle styleId="{F54F7A74-9A77-42D7-B592-B72458F304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4952BE-D362-41E0-9E16-85D1512846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jot Singh" userId="83e15f0a-3691-4b13-a248-ec4d83812968" providerId="ADAL" clId="{2CE4707E-236F-4159-A21A-B5D68036E123}"/>
    <pc:docChg chg="undo redo custSel addSld delSld modSld sldOrd delMainMaster">
      <pc:chgData name="Gurjot Singh" userId="83e15f0a-3691-4b13-a248-ec4d83812968" providerId="ADAL" clId="{2CE4707E-236F-4159-A21A-B5D68036E123}" dt="2026-03-13T17:12:46.551" v="1461" actId="20577"/>
      <pc:docMkLst>
        <pc:docMk/>
      </pc:docMkLst>
      <pc:sldChg chg="modSp mod modNotes">
        <pc:chgData name="Gurjot Singh" userId="83e15f0a-3691-4b13-a248-ec4d83812968" providerId="ADAL" clId="{2CE4707E-236F-4159-A21A-B5D68036E123}" dt="2026-03-13T17:12:46.551" v="1461" actId="20577"/>
        <pc:sldMkLst>
          <pc:docMk/>
          <pc:sldMk cId="0" sldId="256"/>
        </pc:sldMkLst>
        <pc:spChg chg="mod">
          <ac:chgData name="Gurjot Singh" userId="83e15f0a-3691-4b13-a248-ec4d83812968" providerId="ADAL" clId="{2CE4707E-236F-4159-A21A-B5D68036E123}" dt="2026-03-13T17:12:46.551" v="1461" actId="20577"/>
          <ac:spMkLst>
            <pc:docMk/>
            <pc:sldMk cId="0" sldId="256"/>
            <ac:spMk id="334" creationId="{00000000-0000-0000-0000-000000000000}"/>
          </ac:spMkLst>
        </pc:spChg>
        <pc:spChg chg="mod">
          <ac:chgData name="Gurjot Singh" userId="83e15f0a-3691-4b13-a248-ec4d83812968" providerId="ADAL" clId="{2CE4707E-236F-4159-A21A-B5D68036E123}" dt="2026-02-27T15:37:41.994" v="20"/>
          <ac:spMkLst>
            <pc:docMk/>
            <pc:sldMk cId="0" sldId="256"/>
            <ac:spMk id="335" creationId="{00000000-0000-0000-0000-000000000000}"/>
          </ac:spMkLst>
        </pc:spChg>
      </pc:sldChg>
      <pc:sldChg chg="modSp del mod modNotes">
        <pc:chgData name="Gurjot Singh" userId="83e15f0a-3691-4b13-a248-ec4d83812968" providerId="ADAL" clId="{2CE4707E-236F-4159-A21A-B5D68036E123}" dt="2026-03-13T16:47:28.098" v="1459" actId="47"/>
        <pc:sldMkLst>
          <pc:docMk/>
          <pc:sldMk cId="0" sldId="258"/>
        </pc:sldMkLst>
        <pc:spChg chg="mod">
          <ac:chgData name="Gurjot Singh" userId="83e15f0a-3691-4b13-a248-ec4d83812968" providerId="ADAL" clId="{2CE4707E-236F-4159-A21A-B5D68036E123}" dt="2026-03-13T16:47:20.591" v="1458" actId="14100"/>
          <ac:spMkLst>
            <pc:docMk/>
            <pc:sldMk cId="0" sldId="258"/>
            <ac:spMk id="349" creationId="{00000000-0000-0000-0000-000000000000}"/>
          </ac:spMkLst>
        </pc:spChg>
      </pc:sldChg>
      <pc:sldChg chg="modSp mod ord">
        <pc:chgData name="Gurjot Singh" userId="83e15f0a-3691-4b13-a248-ec4d83812968" providerId="ADAL" clId="{2CE4707E-236F-4159-A21A-B5D68036E123}" dt="2026-03-13T16:43:51.689" v="1335" actId="20577"/>
        <pc:sldMkLst>
          <pc:docMk/>
          <pc:sldMk cId="0" sldId="261"/>
        </pc:sldMkLst>
        <pc:spChg chg="mod">
          <ac:chgData name="Gurjot Singh" userId="83e15f0a-3691-4b13-a248-ec4d83812968" providerId="ADAL" clId="{2CE4707E-236F-4159-A21A-B5D68036E123}" dt="2026-03-13T16:43:51.689" v="1335" actId="20577"/>
          <ac:spMkLst>
            <pc:docMk/>
            <pc:sldMk cId="0" sldId="261"/>
            <ac:spMk id="374" creationId="{00000000-0000-0000-0000-000000000000}"/>
          </ac:spMkLst>
        </pc:spChg>
      </pc:sldChg>
      <pc:sldChg chg="modSp del mod ord">
        <pc:chgData name="Gurjot Singh" userId="83e15f0a-3691-4b13-a248-ec4d83812968" providerId="ADAL" clId="{2CE4707E-236F-4159-A21A-B5D68036E123}" dt="2026-03-13T16:43:58.886" v="1336" actId="47"/>
        <pc:sldMkLst>
          <pc:docMk/>
          <pc:sldMk cId="0" sldId="266"/>
        </pc:sldMkLst>
      </pc:sldChg>
      <pc:sldChg chg="modSp del mod ord">
        <pc:chgData name="Gurjot Singh" userId="83e15f0a-3691-4b13-a248-ec4d83812968" providerId="ADAL" clId="{2CE4707E-236F-4159-A21A-B5D68036E123}" dt="2026-03-13T16:43:58.886" v="1336" actId="47"/>
        <pc:sldMkLst>
          <pc:docMk/>
          <pc:sldMk cId="0" sldId="275"/>
        </pc:sldMkLst>
      </pc:sldChg>
      <pc:sldChg chg="modSp add del mod">
        <pc:chgData name="Gurjot Singh" userId="83e15f0a-3691-4b13-a248-ec4d83812968" providerId="ADAL" clId="{2CE4707E-236F-4159-A21A-B5D68036E123}" dt="2026-03-13T16:43:58.886" v="1336" actId="47"/>
        <pc:sldMkLst>
          <pc:docMk/>
          <pc:sldMk cId="1769356816" sldId="301"/>
        </pc:sldMkLst>
      </pc:sldChg>
      <pc:sldChg chg="modSp add del mod">
        <pc:chgData name="Gurjot Singh" userId="83e15f0a-3691-4b13-a248-ec4d83812968" providerId="ADAL" clId="{2CE4707E-236F-4159-A21A-B5D68036E123}" dt="2026-03-13T16:43:58.886" v="1336" actId="47"/>
        <pc:sldMkLst>
          <pc:docMk/>
          <pc:sldMk cId="1929081546" sldId="302"/>
        </pc:sldMkLst>
      </pc:sldChg>
      <pc:sldChg chg="modSp add del mod ord">
        <pc:chgData name="Gurjot Singh" userId="83e15f0a-3691-4b13-a248-ec4d83812968" providerId="ADAL" clId="{2CE4707E-236F-4159-A21A-B5D68036E123}" dt="2026-03-13T16:46:42.047" v="1415" actId="47"/>
        <pc:sldMkLst>
          <pc:docMk/>
          <pc:sldMk cId="96043920" sldId="303"/>
        </pc:sldMkLst>
      </pc:sldChg>
      <pc:sldChg chg="add">
        <pc:chgData name="Gurjot Singh" userId="83e15f0a-3691-4b13-a248-ec4d83812968" providerId="ADAL" clId="{2CE4707E-236F-4159-A21A-B5D68036E123}" dt="2026-02-27T16:40:21.547" v="175"/>
        <pc:sldMkLst>
          <pc:docMk/>
          <pc:sldMk cId="0" sldId="305"/>
        </pc:sldMkLst>
      </pc:sldChg>
      <pc:sldChg chg="modSp add del mod ord">
        <pc:chgData name="Gurjot Singh" userId="83e15f0a-3691-4b13-a248-ec4d83812968" providerId="ADAL" clId="{2CE4707E-236F-4159-A21A-B5D68036E123}" dt="2026-03-13T16:46:42.047" v="1415" actId="47"/>
        <pc:sldMkLst>
          <pc:docMk/>
          <pc:sldMk cId="656766686" sldId="307"/>
        </pc:sldMkLst>
      </pc:sldChg>
      <pc:sldChg chg="addSp delSp modSp add del mod">
        <pc:chgData name="Gurjot Singh" userId="83e15f0a-3691-4b13-a248-ec4d83812968" providerId="ADAL" clId="{2CE4707E-236F-4159-A21A-B5D68036E123}" dt="2026-03-13T16:43:58.886" v="1336" actId="47"/>
        <pc:sldMkLst>
          <pc:docMk/>
          <pc:sldMk cId="2180062416" sldId="310"/>
        </pc:sldMkLst>
      </pc:sldChg>
      <pc:sldChg chg="modSp add del mod">
        <pc:chgData name="Gurjot Singh" userId="83e15f0a-3691-4b13-a248-ec4d83812968" providerId="ADAL" clId="{2CE4707E-236F-4159-A21A-B5D68036E123}" dt="2026-03-13T16:43:58.886" v="1336" actId="47"/>
        <pc:sldMkLst>
          <pc:docMk/>
          <pc:sldMk cId="1148970584" sldId="311"/>
        </pc:sldMkLst>
      </pc:sldChg>
      <pc:sldChg chg="modSp add del mod">
        <pc:chgData name="Gurjot Singh" userId="83e15f0a-3691-4b13-a248-ec4d83812968" providerId="ADAL" clId="{2CE4707E-236F-4159-A21A-B5D68036E123}" dt="2026-03-13T16:43:58.886" v="1336" actId="47"/>
        <pc:sldMkLst>
          <pc:docMk/>
          <pc:sldMk cId="1977934089" sldId="312"/>
        </pc:sldMkLst>
      </pc:sldChg>
      <pc:sldChg chg="addSp delSp new del mod">
        <pc:chgData name="Gurjot Singh" userId="83e15f0a-3691-4b13-a248-ec4d83812968" providerId="ADAL" clId="{2CE4707E-236F-4159-A21A-B5D68036E123}" dt="2026-03-13T16:46:42.047" v="1415" actId="47"/>
        <pc:sldMkLst>
          <pc:docMk/>
          <pc:sldMk cId="2484510766" sldId="314"/>
        </pc:sldMkLst>
      </pc:sldChg>
      <pc:sldChg chg="addSp add del mod">
        <pc:chgData name="Gurjot Singh" userId="83e15f0a-3691-4b13-a248-ec4d83812968" providerId="ADAL" clId="{2CE4707E-236F-4159-A21A-B5D68036E123}" dt="2026-03-13T16:46:42.047" v="1415" actId="47"/>
        <pc:sldMkLst>
          <pc:docMk/>
          <pc:sldMk cId="1285352602" sldId="315"/>
        </pc:sldMkLst>
      </pc:sldChg>
      <pc:sldChg chg="addSp add del mod">
        <pc:chgData name="Gurjot Singh" userId="83e15f0a-3691-4b13-a248-ec4d83812968" providerId="ADAL" clId="{2CE4707E-236F-4159-A21A-B5D68036E123}" dt="2026-03-13T16:46:42.047" v="1415" actId="47"/>
        <pc:sldMkLst>
          <pc:docMk/>
          <pc:sldMk cId="3911323363" sldId="316"/>
        </pc:sldMkLst>
      </pc:sldChg>
      <pc:sldChg chg="addSp add del mod">
        <pc:chgData name="Gurjot Singh" userId="83e15f0a-3691-4b13-a248-ec4d83812968" providerId="ADAL" clId="{2CE4707E-236F-4159-A21A-B5D68036E123}" dt="2026-03-13T16:46:42.047" v="1415" actId="47"/>
        <pc:sldMkLst>
          <pc:docMk/>
          <pc:sldMk cId="2217532497" sldId="319"/>
        </pc:sldMkLst>
      </pc:sldChg>
      <pc:sldChg chg="addSp add del mod">
        <pc:chgData name="Gurjot Singh" userId="83e15f0a-3691-4b13-a248-ec4d83812968" providerId="ADAL" clId="{2CE4707E-236F-4159-A21A-B5D68036E123}" dt="2026-03-13T16:46:42.047" v="1415" actId="47"/>
        <pc:sldMkLst>
          <pc:docMk/>
          <pc:sldMk cId="1589236350" sldId="320"/>
        </pc:sldMkLst>
      </pc:sldChg>
      <pc:sldChg chg="addSp delSp add mod">
        <pc:chgData name="Gurjot Singh" userId="83e15f0a-3691-4b13-a248-ec4d83812968" providerId="ADAL" clId="{2CE4707E-236F-4159-A21A-B5D68036E123}" dt="2026-03-13T14:40:28.912" v="1226" actId="22"/>
        <pc:sldMkLst>
          <pc:docMk/>
          <pc:sldMk cId="2979548599" sldId="324"/>
        </pc:sldMkLst>
        <pc:picChg chg="del">
          <ac:chgData name="Gurjot Singh" userId="83e15f0a-3691-4b13-a248-ec4d83812968" providerId="ADAL" clId="{2CE4707E-236F-4159-A21A-B5D68036E123}" dt="2026-03-13T14:40:16.264" v="1220" actId="478"/>
          <ac:picMkLst>
            <pc:docMk/>
            <pc:sldMk cId="2979548599" sldId="324"/>
            <ac:picMk id="3" creationId="{1C62A536-69C3-BF84-9484-4FEC8752768A}"/>
          </ac:picMkLst>
        </pc:picChg>
        <pc:picChg chg="add">
          <ac:chgData name="Gurjot Singh" userId="83e15f0a-3691-4b13-a248-ec4d83812968" providerId="ADAL" clId="{2CE4707E-236F-4159-A21A-B5D68036E123}" dt="2026-03-13T14:40:28.912" v="1226" actId="22"/>
          <ac:picMkLst>
            <pc:docMk/>
            <pc:sldMk cId="2979548599" sldId="324"/>
            <ac:picMk id="4" creationId="{BCAE3466-A85E-EA04-A3CF-58E9C3956A7F}"/>
          </ac:picMkLst>
        </pc:picChg>
      </pc:sldChg>
      <pc:sldChg chg="addSp delSp modSp new del mod ord">
        <pc:chgData name="Gurjot Singh" userId="83e15f0a-3691-4b13-a248-ec4d83812968" providerId="ADAL" clId="{2CE4707E-236F-4159-A21A-B5D68036E123}" dt="2026-03-13T16:46:42.047" v="1415" actId="47"/>
        <pc:sldMkLst>
          <pc:docMk/>
          <pc:sldMk cId="2771058201" sldId="326"/>
        </pc:sldMkLst>
      </pc:sldChg>
      <pc:sldChg chg="addSp modSp add del mod ord">
        <pc:chgData name="Gurjot Singh" userId="83e15f0a-3691-4b13-a248-ec4d83812968" providerId="ADAL" clId="{2CE4707E-236F-4159-A21A-B5D68036E123}" dt="2026-03-13T16:46:42.047" v="1415" actId="47"/>
        <pc:sldMkLst>
          <pc:docMk/>
          <pc:sldMk cId="2898640802" sldId="327"/>
        </pc:sldMkLst>
      </pc:sldChg>
      <pc:sldChg chg="add del">
        <pc:chgData name="Gurjot Singh" userId="83e15f0a-3691-4b13-a248-ec4d83812968" providerId="ADAL" clId="{2CE4707E-236F-4159-A21A-B5D68036E123}" dt="2026-03-13T16:46:42.047" v="1415" actId="47"/>
        <pc:sldMkLst>
          <pc:docMk/>
          <pc:sldMk cId="1073841904" sldId="328"/>
        </pc:sldMkLst>
      </pc:sldChg>
      <pc:sldChg chg="addSp add mod">
        <pc:chgData name="Gurjot Singh" userId="83e15f0a-3691-4b13-a248-ec4d83812968" providerId="ADAL" clId="{2CE4707E-236F-4159-A21A-B5D68036E123}" dt="2026-03-13T14:40:51.557" v="1227" actId="22"/>
        <pc:sldMkLst>
          <pc:docMk/>
          <pc:sldMk cId="1463944493" sldId="329"/>
        </pc:sldMkLst>
        <pc:picChg chg="add">
          <ac:chgData name="Gurjot Singh" userId="83e15f0a-3691-4b13-a248-ec4d83812968" providerId="ADAL" clId="{2CE4707E-236F-4159-A21A-B5D68036E123}" dt="2026-03-13T14:40:51.557" v="1227" actId="22"/>
          <ac:picMkLst>
            <pc:docMk/>
            <pc:sldMk cId="1463944493" sldId="329"/>
            <ac:picMk id="3" creationId="{9E8DD0A2-FF25-E1BF-F9F3-67D61726DF06}"/>
          </ac:picMkLst>
        </pc:picChg>
      </pc:sldChg>
      <pc:sldChg chg="addSp add mod">
        <pc:chgData name="Gurjot Singh" userId="83e15f0a-3691-4b13-a248-ec4d83812968" providerId="ADAL" clId="{2CE4707E-236F-4159-A21A-B5D68036E123}" dt="2026-03-13T14:41:27.571" v="1228" actId="22"/>
        <pc:sldMkLst>
          <pc:docMk/>
          <pc:sldMk cId="2609704373" sldId="330"/>
        </pc:sldMkLst>
        <pc:picChg chg="add">
          <ac:chgData name="Gurjot Singh" userId="83e15f0a-3691-4b13-a248-ec4d83812968" providerId="ADAL" clId="{2CE4707E-236F-4159-A21A-B5D68036E123}" dt="2026-03-13T14:41:27.571" v="1228" actId="22"/>
          <ac:picMkLst>
            <pc:docMk/>
            <pc:sldMk cId="2609704373" sldId="330"/>
            <ac:picMk id="3" creationId="{80423FEC-CF2D-E9FB-9A83-7E39E85B1C59}"/>
          </ac:picMkLst>
        </pc:picChg>
      </pc:sldChg>
      <pc:sldChg chg="add del">
        <pc:chgData name="Gurjot Singh" userId="83e15f0a-3691-4b13-a248-ec4d83812968" providerId="ADAL" clId="{2CE4707E-236F-4159-A21A-B5D68036E123}" dt="2026-03-13T16:44:08.226" v="1340" actId="47"/>
        <pc:sldMkLst>
          <pc:docMk/>
          <pc:sldMk cId="1256265606" sldId="331"/>
        </pc:sldMkLst>
      </pc:sldChg>
      <pc:sldChg chg="addSp add mod">
        <pc:chgData name="Gurjot Singh" userId="83e15f0a-3691-4b13-a248-ec4d83812968" providerId="ADAL" clId="{2CE4707E-236F-4159-A21A-B5D68036E123}" dt="2026-03-13T14:43:55.073" v="1229" actId="22"/>
        <pc:sldMkLst>
          <pc:docMk/>
          <pc:sldMk cId="65868771" sldId="332"/>
        </pc:sldMkLst>
        <pc:picChg chg="add">
          <ac:chgData name="Gurjot Singh" userId="83e15f0a-3691-4b13-a248-ec4d83812968" providerId="ADAL" clId="{2CE4707E-236F-4159-A21A-B5D68036E123}" dt="2026-03-13T14:43:55.073" v="1229" actId="22"/>
          <ac:picMkLst>
            <pc:docMk/>
            <pc:sldMk cId="65868771" sldId="332"/>
            <ac:picMk id="3" creationId="{157C64C9-7B6D-B494-58C5-DDB9F4A6AFE4}"/>
          </ac:picMkLst>
        </pc:picChg>
      </pc:sldChg>
      <pc:sldChg chg="addSp add mod">
        <pc:chgData name="Gurjot Singh" userId="83e15f0a-3691-4b13-a248-ec4d83812968" providerId="ADAL" clId="{2CE4707E-236F-4159-A21A-B5D68036E123}" dt="2026-03-13T14:49:31.252" v="1236" actId="22"/>
        <pc:sldMkLst>
          <pc:docMk/>
          <pc:sldMk cId="4241794279" sldId="333"/>
        </pc:sldMkLst>
        <pc:picChg chg="add">
          <ac:chgData name="Gurjot Singh" userId="83e15f0a-3691-4b13-a248-ec4d83812968" providerId="ADAL" clId="{2CE4707E-236F-4159-A21A-B5D68036E123}" dt="2026-03-13T14:49:31.252" v="1236" actId="22"/>
          <ac:picMkLst>
            <pc:docMk/>
            <pc:sldMk cId="4241794279" sldId="333"/>
            <ac:picMk id="3" creationId="{B6853D4F-57D9-E41C-6FDA-6B39504693E2}"/>
          </ac:picMkLst>
        </pc:picChg>
      </pc:sldChg>
      <pc:sldChg chg="addSp add mod">
        <pc:chgData name="Gurjot Singh" userId="83e15f0a-3691-4b13-a248-ec4d83812968" providerId="ADAL" clId="{2CE4707E-236F-4159-A21A-B5D68036E123}" dt="2026-03-13T14:49:41.426" v="1237" actId="22"/>
        <pc:sldMkLst>
          <pc:docMk/>
          <pc:sldMk cId="3282789464" sldId="334"/>
        </pc:sldMkLst>
        <pc:picChg chg="add">
          <ac:chgData name="Gurjot Singh" userId="83e15f0a-3691-4b13-a248-ec4d83812968" providerId="ADAL" clId="{2CE4707E-236F-4159-A21A-B5D68036E123}" dt="2026-03-13T14:49:41.426" v="1237" actId="22"/>
          <ac:picMkLst>
            <pc:docMk/>
            <pc:sldMk cId="3282789464" sldId="334"/>
            <ac:picMk id="3" creationId="{8460F6AA-93D1-DC21-DA50-6626F8B934E9}"/>
          </ac:picMkLst>
        </pc:picChg>
      </pc:sldChg>
      <pc:sldChg chg="addSp add mod">
        <pc:chgData name="Gurjot Singh" userId="83e15f0a-3691-4b13-a248-ec4d83812968" providerId="ADAL" clId="{2CE4707E-236F-4159-A21A-B5D68036E123}" dt="2026-03-13T14:50:36.020" v="1238" actId="22"/>
        <pc:sldMkLst>
          <pc:docMk/>
          <pc:sldMk cId="548285849" sldId="335"/>
        </pc:sldMkLst>
        <pc:picChg chg="add">
          <ac:chgData name="Gurjot Singh" userId="83e15f0a-3691-4b13-a248-ec4d83812968" providerId="ADAL" clId="{2CE4707E-236F-4159-A21A-B5D68036E123}" dt="2026-03-13T14:50:36.020" v="1238" actId="22"/>
          <ac:picMkLst>
            <pc:docMk/>
            <pc:sldMk cId="548285849" sldId="335"/>
            <ac:picMk id="3" creationId="{05B73285-927B-DB43-9327-0B9CBE516FBF}"/>
          </ac:picMkLst>
        </pc:picChg>
      </pc:sldChg>
      <pc:sldChg chg="addSp add mod">
        <pc:chgData name="Gurjot Singh" userId="83e15f0a-3691-4b13-a248-ec4d83812968" providerId="ADAL" clId="{2CE4707E-236F-4159-A21A-B5D68036E123}" dt="2026-03-13T14:54:08.653" v="1239" actId="22"/>
        <pc:sldMkLst>
          <pc:docMk/>
          <pc:sldMk cId="1455747048" sldId="336"/>
        </pc:sldMkLst>
        <pc:picChg chg="add">
          <ac:chgData name="Gurjot Singh" userId="83e15f0a-3691-4b13-a248-ec4d83812968" providerId="ADAL" clId="{2CE4707E-236F-4159-A21A-B5D68036E123}" dt="2026-03-13T14:54:08.653" v="1239" actId="22"/>
          <ac:picMkLst>
            <pc:docMk/>
            <pc:sldMk cId="1455747048" sldId="336"/>
            <ac:picMk id="3" creationId="{EB560C25-472E-22FD-44C2-B7640E5A234A}"/>
          </ac:picMkLst>
        </pc:picChg>
      </pc:sldChg>
      <pc:sldChg chg="addSp add mod">
        <pc:chgData name="Gurjot Singh" userId="83e15f0a-3691-4b13-a248-ec4d83812968" providerId="ADAL" clId="{2CE4707E-236F-4159-A21A-B5D68036E123}" dt="2026-03-13T15:00:22.176" v="1249" actId="22"/>
        <pc:sldMkLst>
          <pc:docMk/>
          <pc:sldMk cId="1387973329" sldId="337"/>
        </pc:sldMkLst>
        <pc:picChg chg="add">
          <ac:chgData name="Gurjot Singh" userId="83e15f0a-3691-4b13-a248-ec4d83812968" providerId="ADAL" clId="{2CE4707E-236F-4159-A21A-B5D68036E123}" dt="2026-03-13T15:00:22.176" v="1249" actId="22"/>
          <ac:picMkLst>
            <pc:docMk/>
            <pc:sldMk cId="1387973329" sldId="337"/>
            <ac:picMk id="3" creationId="{9B362FD0-FDBF-3069-6C94-ECC72020647C}"/>
          </ac:picMkLst>
        </pc:picChg>
      </pc:sldChg>
      <pc:sldChg chg="addSp add mod">
        <pc:chgData name="Gurjot Singh" userId="83e15f0a-3691-4b13-a248-ec4d83812968" providerId="ADAL" clId="{2CE4707E-236F-4159-A21A-B5D68036E123}" dt="2026-03-13T16:08:13.992" v="1283" actId="22"/>
        <pc:sldMkLst>
          <pc:docMk/>
          <pc:sldMk cId="2633330523" sldId="338"/>
        </pc:sldMkLst>
        <pc:picChg chg="add">
          <ac:chgData name="Gurjot Singh" userId="83e15f0a-3691-4b13-a248-ec4d83812968" providerId="ADAL" clId="{2CE4707E-236F-4159-A21A-B5D68036E123}" dt="2026-03-13T16:08:13.992" v="1283" actId="22"/>
          <ac:picMkLst>
            <pc:docMk/>
            <pc:sldMk cId="2633330523" sldId="338"/>
            <ac:picMk id="3" creationId="{4350747F-E121-93D0-1E04-0667F84387D1}"/>
          </ac:picMkLst>
        </pc:picChg>
      </pc:sldChg>
      <pc:sldChg chg="addSp add mod ord">
        <pc:chgData name="Gurjot Singh" userId="83e15f0a-3691-4b13-a248-ec4d83812968" providerId="ADAL" clId="{2CE4707E-236F-4159-A21A-B5D68036E123}" dt="2026-03-13T14:54:44.300" v="1242"/>
        <pc:sldMkLst>
          <pc:docMk/>
          <pc:sldMk cId="3361410507" sldId="339"/>
        </pc:sldMkLst>
        <pc:picChg chg="add">
          <ac:chgData name="Gurjot Singh" userId="83e15f0a-3691-4b13-a248-ec4d83812968" providerId="ADAL" clId="{2CE4707E-236F-4159-A21A-B5D68036E123}" dt="2026-03-13T14:54:42.082" v="1240" actId="22"/>
          <ac:picMkLst>
            <pc:docMk/>
            <pc:sldMk cId="3361410507" sldId="339"/>
            <ac:picMk id="3" creationId="{9A9A0800-E49B-AB04-98EB-FF8CA6072391}"/>
          </ac:picMkLst>
        </pc:picChg>
      </pc:sldChg>
      <pc:sldChg chg="addSp add mod">
        <pc:chgData name="Gurjot Singh" userId="83e15f0a-3691-4b13-a248-ec4d83812968" providerId="ADAL" clId="{2CE4707E-236F-4159-A21A-B5D68036E123}" dt="2026-03-13T15:10:18.240" v="1250" actId="22"/>
        <pc:sldMkLst>
          <pc:docMk/>
          <pc:sldMk cId="1582483939" sldId="340"/>
        </pc:sldMkLst>
        <pc:picChg chg="add">
          <ac:chgData name="Gurjot Singh" userId="83e15f0a-3691-4b13-a248-ec4d83812968" providerId="ADAL" clId="{2CE4707E-236F-4159-A21A-B5D68036E123}" dt="2026-03-13T15:10:18.240" v="1250" actId="22"/>
          <ac:picMkLst>
            <pc:docMk/>
            <pc:sldMk cId="1582483939" sldId="340"/>
            <ac:picMk id="3" creationId="{23ED7EFB-DCB1-946B-3C3E-876A21DD6B5A}"/>
          </ac:picMkLst>
        </pc:picChg>
      </pc:sldChg>
      <pc:sldChg chg="addSp modSp add mod">
        <pc:chgData name="Gurjot Singh" userId="83e15f0a-3691-4b13-a248-ec4d83812968" providerId="ADAL" clId="{2CE4707E-236F-4159-A21A-B5D68036E123}" dt="2026-03-13T15:21:23.048" v="1257" actId="14100"/>
        <pc:sldMkLst>
          <pc:docMk/>
          <pc:sldMk cId="366724142" sldId="341"/>
        </pc:sldMkLst>
        <pc:picChg chg="add mod">
          <ac:chgData name="Gurjot Singh" userId="83e15f0a-3691-4b13-a248-ec4d83812968" providerId="ADAL" clId="{2CE4707E-236F-4159-A21A-B5D68036E123}" dt="2026-03-13T15:21:04.695" v="1252" actId="1076"/>
          <ac:picMkLst>
            <pc:docMk/>
            <pc:sldMk cId="366724142" sldId="341"/>
            <ac:picMk id="3" creationId="{0EA1CDD7-7C6A-175C-A638-E2E167899117}"/>
          </ac:picMkLst>
        </pc:picChg>
        <pc:picChg chg="add mod">
          <ac:chgData name="Gurjot Singh" userId="83e15f0a-3691-4b13-a248-ec4d83812968" providerId="ADAL" clId="{2CE4707E-236F-4159-A21A-B5D68036E123}" dt="2026-03-13T15:21:23.048" v="1257" actId="14100"/>
          <ac:picMkLst>
            <pc:docMk/>
            <pc:sldMk cId="366724142" sldId="341"/>
            <ac:picMk id="5" creationId="{8107B91C-F367-B895-E075-5C372F6AA64B}"/>
          </ac:picMkLst>
        </pc:picChg>
      </pc:sldChg>
      <pc:sldChg chg="addSp add mod">
        <pc:chgData name="Gurjot Singh" userId="83e15f0a-3691-4b13-a248-ec4d83812968" providerId="ADAL" clId="{2CE4707E-236F-4159-A21A-B5D68036E123}" dt="2026-03-13T15:25:31.569" v="1258" actId="22"/>
        <pc:sldMkLst>
          <pc:docMk/>
          <pc:sldMk cId="3362022004" sldId="342"/>
        </pc:sldMkLst>
        <pc:picChg chg="add">
          <ac:chgData name="Gurjot Singh" userId="83e15f0a-3691-4b13-a248-ec4d83812968" providerId="ADAL" clId="{2CE4707E-236F-4159-A21A-B5D68036E123}" dt="2026-03-13T15:25:31.569" v="1258" actId="22"/>
          <ac:picMkLst>
            <pc:docMk/>
            <pc:sldMk cId="3362022004" sldId="342"/>
            <ac:picMk id="3" creationId="{0206627C-B56F-10FB-EED0-C86B980E234E}"/>
          </ac:picMkLst>
        </pc:picChg>
      </pc:sldChg>
      <pc:sldChg chg="addSp add mod">
        <pc:chgData name="Gurjot Singh" userId="83e15f0a-3691-4b13-a248-ec4d83812968" providerId="ADAL" clId="{2CE4707E-236F-4159-A21A-B5D68036E123}" dt="2026-03-13T15:26:34.562" v="1259" actId="22"/>
        <pc:sldMkLst>
          <pc:docMk/>
          <pc:sldMk cId="2098684055" sldId="343"/>
        </pc:sldMkLst>
        <pc:picChg chg="add">
          <ac:chgData name="Gurjot Singh" userId="83e15f0a-3691-4b13-a248-ec4d83812968" providerId="ADAL" clId="{2CE4707E-236F-4159-A21A-B5D68036E123}" dt="2026-03-13T15:26:34.562" v="1259" actId="22"/>
          <ac:picMkLst>
            <pc:docMk/>
            <pc:sldMk cId="2098684055" sldId="343"/>
            <ac:picMk id="3" creationId="{9B2129B0-AF86-0AA0-51EF-8A43DC971378}"/>
          </ac:picMkLst>
        </pc:picChg>
      </pc:sldChg>
      <pc:sldChg chg="addSp add mod">
        <pc:chgData name="Gurjot Singh" userId="83e15f0a-3691-4b13-a248-ec4d83812968" providerId="ADAL" clId="{2CE4707E-236F-4159-A21A-B5D68036E123}" dt="2026-03-13T15:29:22.314" v="1260" actId="22"/>
        <pc:sldMkLst>
          <pc:docMk/>
          <pc:sldMk cId="1727489" sldId="344"/>
        </pc:sldMkLst>
        <pc:picChg chg="add">
          <ac:chgData name="Gurjot Singh" userId="83e15f0a-3691-4b13-a248-ec4d83812968" providerId="ADAL" clId="{2CE4707E-236F-4159-A21A-B5D68036E123}" dt="2026-03-13T15:29:22.314" v="1260" actId="22"/>
          <ac:picMkLst>
            <pc:docMk/>
            <pc:sldMk cId="1727489" sldId="344"/>
            <ac:picMk id="3" creationId="{C64FD95C-9705-0A7E-792E-913178DAA730}"/>
          </ac:picMkLst>
        </pc:picChg>
      </pc:sldChg>
      <pc:sldChg chg="addSp add mod">
        <pc:chgData name="Gurjot Singh" userId="83e15f0a-3691-4b13-a248-ec4d83812968" providerId="ADAL" clId="{2CE4707E-236F-4159-A21A-B5D68036E123}" dt="2026-03-13T15:29:39.166" v="1266" actId="22"/>
        <pc:sldMkLst>
          <pc:docMk/>
          <pc:sldMk cId="928183683" sldId="345"/>
        </pc:sldMkLst>
        <pc:picChg chg="add">
          <ac:chgData name="Gurjot Singh" userId="83e15f0a-3691-4b13-a248-ec4d83812968" providerId="ADAL" clId="{2CE4707E-236F-4159-A21A-B5D68036E123}" dt="2026-03-13T15:29:39.166" v="1266" actId="22"/>
          <ac:picMkLst>
            <pc:docMk/>
            <pc:sldMk cId="928183683" sldId="345"/>
            <ac:picMk id="3" creationId="{338253AD-8B64-E54B-7D27-378568684B3E}"/>
          </ac:picMkLst>
        </pc:picChg>
      </pc:sldChg>
      <pc:sldChg chg="addSp add mod">
        <pc:chgData name="Gurjot Singh" userId="83e15f0a-3691-4b13-a248-ec4d83812968" providerId="ADAL" clId="{2CE4707E-236F-4159-A21A-B5D68036E123}" dt="2026-03-13T15:30:27.845" v="1267" actId="22"/>
        <pc:sldMkLst>
          <pc:docMk/>
          <pc:sldMk cId="3280687756" sldId="346"/>
        </pc:sldMkLst>
        <pc:picChg chg="add">
          <ac:chgData name="Gurjot Singh" userId="83e15f0a-3691-4b13-a248-ec4d83812968" providerId="ADAL" clId="{2CE4707E-236F-4159-A21A-B5D68036E123}" dt="2026-03-13T15:30:27.845" v="1267" actId="22"/>
          <ac:picMkLst>
            <pc:docMk/>
            <pc:sldMk cId="3280687756" sldId="346"/>
            <ac:picMk id="3" creationId="{6BAB8888-F1A4-BCDD-EE03-6491FBAC7A0E}"/>
          </ac:picMkLst>
        </pc:picChg>
      </pc:sldChg>
      <pc:sldChg chg="addSp add mod">
        <pc:chgData name="Gurjot Singh" userId="83e15f0a-3691-4b13-a248-ec4d83812968" providerId="ADAL" clId="{2CE4707E-236F-4159-A21A-B5D68036E123}" dt="2026-03-13T15:30:48.765" v="1268" actId="22"/>
        <pc:sldMkLst>
          <pc:docMk/>
          <pc:sldMk cId="71848152" sldId="347"/>
        </pc:sldMkLst>
        <pc:picChg chg="add">
          <ac:chgData name="Gurjot Singh" userId="83e15f0a-3691-4b13-a248-ec4d83812968" providerId="ADAL" clId="{2CE4707E-236F-4159-A21A-B5D68036E123}" dt="2026-03-13T15:30:48.765" v="1268" actId="22"/>
          <ac:picMkLst>
            <pc:docMk/>
            <pc:sldMk cId="71848152" sldId="347"/>
            <ac:picMk id="3" creationId="{58F78902-01AF-AD7D-D21B-25DEB6025A12}"/>
          </ac:picMkLst>
        </pc:picChg>
      </pc:sldChg>
      <pc:sldChg chg="add del">
        <pc:chgData name="Gurjot Singh" userId="83e15f0a-3691-4b13-a248-ec4d83812968" providerId="ADAL" clId="{2CE4707E-236F-4159-A21A-B5D68036E123}" dt="2026-03-13T16:46:06.125" v="1414" actId="47"/>
        <pc:sldMkLst>
          <pc:docMk/>
          <pc:sldMk cId="2710092191" sldId="348"/>
        </pc:sldMkLst>
      </pc:sldChg>
      <pc:sldChg chg="addSp add del mod">
        <pc:chgData name="Gurjot Singh" userId="83e15f0a-3691-4b13-a248-ec4d83812968" providerId="ADAL" clId="{2CE4707E-236F-4159-A21A-B5D68036E123}" dt="2026-03-13T16:02:14.184" v="1275" actId="47"/>
        <pc:sldMkLst>
          <pc:docMk/>
          <pc:sldMk cId="670331071" sldId="349"/>
        </pc:sldMkLst>
        <pc:picChg chg="add">
          <ac:chgData name="Gurjot Singh" userId="83e15f0a-3691-4b13-a248-ec4d83812968" providerId="ADAL" clId="{2CE4707E-236F-4159-A21A-B5D68036E123}" dt="2026-03-13T15:36:37.569" v="1269" actId="22"/>
          <ac:picMkLst>
            <pc:docMk/>
            <pc:sldMk cId="670331071" sldId="349"/>
            <ac:picMk id="3" creationId="{CE3875A8-3AE5-2244-1D98-2A48618C0EF1}"/>
          </ac:picMkLst>
        </pc:picChg>
      </pc:sldChg>
      <pc:sldChg chg="addSp add mod">
        <pc:chgData name="Gurjot Singh" userId="83e15f0a-3691-4b13-a248-ec4d83812968" providerId="ADAL" clId="{2CE4707E-236F-4159-A21A-B5D68036E123}" dt="2026-03-13T15:41:38.550" v="1274" actId="22"/>
        <pc:sldMkLst>
          <pc:docMk/>
          <pc:sldMk cId="4192001319" sldId="350"/>
        </pc:sldMkLst>
        <pc:picChg chg="add">
          <ac:chgData name="Gurjot Singh" userId="83e15f0a-3691-4b13-a248-ec4d83812968" providerId="ADAL" clId="{2CE4707E-236F-4159-A21A-B5D68036E123}" dt="2026-03-13T15:41:38.550" v="1274" actId="22"/>
          <ac:picMkLst>
            <pc:docMk/>
            <pc:sldMk cId="4192001319" sldId="350"/>
            <ac:picMk id="3" creationId="{618B8983-70F2-93CE-0FE1-7C178FCFF99D}"/>
          </ac:picMkLst>
        </pc:picChg>
      </pc:sldChg>
      <pc:sldChg chg="addSp add mod">
        <pc:chgData name="Gurjot Singh" userId="83e15f0a-3691-4b13-a248-ec4d83812968" providerId="ADAL" clId="{2CE4707E-236F-4159-A21A-B5D68036E123}" dt="2026-03-13T16:02:59.529" v="1276" actId="22"/>
        <pc:sldMkLst>
          <pc:docMk/>
          <pc:sldMk cId="2843897406" sldId="351"/>
        </pc:sldMkLst>
        <pc:picChg chg="add">
          <ac:chgData name="Gurjot Singh" userId="83e15f0a-3691-4b13-a248-ec4d83812968" providerId="ADAL" clId="{2CE4707E-236F-4159-A21A-B5D68036E123}" dt="2026-03-13T16:02:59.529" v="1276" actId="22"/>
          <ac:picMkLst>
            <pc:docMk/>
            <pc:sldMk cId="2843897406" sldId="351"/>
            <ac:picMk id="3" creationId="{BA82B838-D77D-928A-BBEB-193352AC36B6}"/>
          </ac:picMkLst>
        </pc:picChg>
      </pc:sldChg>
      <pc:sldChg chg="addSp add mod">
        <pc:chgData name="Gurjot Singh" userId="83e15f0a-3691-4b13-a248-ec4d83812968" providerId="ADAL" clId="{2CE4707E-236F-4159-A21A-B5D68036E123}" dt="2026-03-13T16:03:09.767" v="1277" actId="22"/>
        <pc:sldMkLst>
          <pc:docMk/>
          <pc:sldMk cId="3885773146" sldId="352"/>
        </pc:sldMkLst>
        <pc:picChg chg="add">
          <ac:chgData name="Gurjot Singh" userId="83e15f0a-3691-4b13-a248-ec4d83812968" providerId="ADAL" clId="{2CE4707E-236F-4159-A21A-B5D68036E123}" dt="2026-03-13T16:03:09.767" v="1277" actId="22"/>
          <ac:picMkLst>
            <pc:docMk/>
            <pc:sldMk cId="3885773146" sldId="352"/>
            <ac:picMk id="3" creationId="{B4DC0ED7-CB5D-AF11-B698-77E44F2F7946}"/>
          </ac:picMkLst>
        </pc:picChg>
      </pc:sldChg>
      <pc:sldChg chg="addSp add mod">
        <pc:chgData name="Gurjot Singh" userId="83e15f0a-3691-4b13-a248-ec4d83812968" providerId="ADAL" clId="{2CE4707E-236F-4159-A21A-B5D68036E123}" dt="2026-03-13T16:06:30.377" v="1278" actId="22"/>
        <pc:sldMkLst>
          <pc:docMk/>
          <pc:sldMk cId="4074634634" sldId="353"/>
        </pc:sldMkLst>
        <pc:picChg chg="add">
          <ac:chgData name="Gurjot Singh" userId="83e15f0a-3691-4b13-a248-ec4d83812968" providerId="ADAL" clId="{2CE4707E-236F-4159-A21A-B5D68036E123}" dt="2026-03-13T16:06:30.377" v="1278" actId="22"/>
          <ac:picMkLst>
            <pc:docMk/>
            <pc:sldMk cId="4074634634" sldId="353"/>
            <ac:picMk id="3" creationId="{26354A3A-DDDD-0944-331F-7A9504D2E963}"/>
          </ac:picMkLst>
        </pc:picChg>
      </pc:sldChg>
      <pc:sldChg chg="addSp add mod">
        <pc:chgData name="Gurjot Singh" userId="83e15f0a-3691-4b13-a248-ec4d83812968" providerId="ADAL" clId="{2CE4707E-236F-4159-A21A-B5D68036E123}" dt="2026-03-13T16:07:21.041" v="1279" actId="22"/>
        <pc:sldMkLst>
          <pc:docMk/>
          <pc:sldMk cId="2509656684" sldId="354"/>
        </pc:sldMkLst>
        <pc:picChg chg="add">
          <ac:chgData name="Gurjot Singh" userId="83e15f0a-3691-4b13-a248-ec4d83812968" providerId="ADAL" clId="{2CE4707E-236F-4159-A21A-B5D68036E123}" dt="2026-03-13T16:07:21.041" v="1279" actId="22"/>
          <ac:picMkLst>
            <pc:docMk/>
            <pc:sldMk cId="2509656684" sldId="354"/>
            <ac:picMk id="3" creationId="{F9076C7F-5B2A-C82F-8165-0968FB6AC122}"/>
          </ac:picMkLst>
        </pc:picChg>
      </pc:sldChg>
      <pc:sldChg chg="addSp add mod">
        <pc:chgData name="Gurjot Singh" userId="83e15f0a-3691-4b13-a248-ec4d83812968" providerId="ADAL" clId="{2CE4707E-236F-4159-A21A-B5D68036E123}" dt="2026-03-13T16:08:53.722" v="1284" actId="22"/>
        <pc:sldMkLst>
          <pc:docMk/>
          <pc:sldMk cId="3348122326" sldId="355"/>
        </pc:sldMkLst>
        <pc:picChg chg="add">
          <ac:chgData name="Gurjot Singh" userId="83e15f0a-3691-4b13-a248-ec4d83812968" providerId="ADAL" clId="{2CE4707E-236F-4159-A21A-B5D68036E123}" dt="2026-03-13T16:08:53.722" v="1284" actId="22"/>
          <ac:picMkLst>
            <pc:docMk/>
            <pc:sldMk cId="3348122326" sldId="355"/>
            <ac:picMk id="3" creationId="{50DD99E6-6F1E-F49B-D7D5-EA5697BDF370}"/>
          </ac:picMkLst>
        </pc:picChg>
      </pc:sldChg>
      <pc:sldChg chg="add del">
        <pc:chgData name="Gurjot Singh" userId="83e15f0a-3691-4b13-a248-ec4d83812968" providerId="ADAL" clId="{2CE4707E-236F-4159-A21A-B5D68036E123}" dt="2026-03-13T16:46:42.047" v="1415" actId="47"/>
        <pc:sldMkLst>
          <pc:docMk/>
          <pc:sldMk cId="152639111" sldId="356"/>
        </pc:sldMkLst>
      </pc:sldChg>
      <pc:sldChg chg="add del">
        <pc:chgData name="Gurjot Singh" userId="83e15f0a-3691-4b13-a248-ec4d83812968" providerId="ADAL" clId="{2CE4707E-236F-4159-A21A-B5D68036E123}" dt="2026-03-13T16:46:42.047" v="1415" actId="47"/>
        <pc:sldMkLst>
          <pc:docMk/>
          <pc:sldMk cId="260310374" sldId="357"/>
        </pc:sldMkLst>
      </pc:sldChg>
      <pc:sldChg chg="modSp add mod ord">
        <pc:chgData name="Gurjot Singh" userId="83e15f0a-3691-4b13-a248-ec4d83812968" providerId="ADAL" clId="{2CE4707E-236F-4159-A21A-B5D68036E123}" dt="2026-03-13T16:44:18.433" v="1360" actId="20577"/>
        <pc:sldMkLst>
          <pc:docMk/>
          <pc:sldMk cId="1164196003" sldId="358"/>
        </pc:sldMkLst>
        <pc:spChg chg="mod">
          <ac:chgData name="Gurjot Singh" userId="83e15f0a-3691-4b13-a248-ec4d83812968" providerId="ADAL" clId="{2CE4707E-236F-4159-A21A-B5D68036E123}" dt="2026-03-13T16:44:15.509" v="1358" actId="20577"/>
          <ac:spMkLst>
            <pc:docMk/>
            <pc:sldMk cId="1164196003" sldId="358"/>
            <ac:spMk id="374" creationId="{B6E482E2-09A1-E490-6348-A6931D1BB7A2}"/>
          </ac:spMkLst>
        </pc:spChg>
        <pc:spChg chg="mod">
          <ac:chgData name="Gurjot Singh" userId="83e15f0a-3691-4b13-a248-ec4d83812968" providerId="ADAL" clId="{2CE4707E-236F-4159-A21A-B5D68036E123}" dt="2026-03-13T16:44:18.433" v="1360" actId="20577"/>
          <ac:spMkLst>
            <pc:docMk/>
            <pc:sldMk cId="1164196003" sldId="358"/>
            <ac:spMk id="375" creationId="{75815B80-6A57-D8CD-4133-0F7E15A922A5}"/>
          </ac:spMkLst>
        </pc:spChg>
      </pc:sldChg>
      <pc:sldChg chg="modSp add mod ord">
        <pc:chgData name="Gurjot Singh" userId="83e15f0a-3691-4b13-a248-ec4d83812968" providerId="ADAL" clId="{2CE4707E-236F-4159-A21A-B5D68036E123}" dt="2026-03-13T16:45:45.609" v="1398" actId="20577"/>
        <pc:sldMkLst>
          <pc:docMk/>
          <pc:sldMk cId="653756439" sldId="359"/>
        </pc:sldMkLst>
        <pc:spChg chg="mod">
          <ac:chgData name="Gurjot Singh" userId="83e15f0a-3691-4b13-a248-ec4d83812968" providerId="ADAL" clId="{2CE4707E-236F-4159-A21A-B5D68036E123}" dt="2026-03-13T16:45:42.922" v="1396" actId="20577"/>
          <ac:spMkLst>
            <pc:docMk/>
            <pc:sldMk cId="653756439" sldId="359"/>
            <ac:spMk id="374" creationId="{1346FC33-654D-3822-49B4-5FD5D82E2304}"/>
          </ac:spMkLst>
        </pc:spChg>
        <pc:spChg chg="mod">
          <ac:chgData name="Gurjot Singh" userId="83e15f0a-3691-4b13-a248-ec4d83812968" providerId="ADAL" clId="{2CE4707E-236F-4159-A21A-B5D68036E123}" dt="2026-03-13T16:45:45.609" v="1398" actId="20577"/>
          <ac:spMkLst>
            <pc:docMk/>
            <pc:sldMk cId="653756439" sldId="359"/>
            <ac:spMk id="375" creationId="{241224B0-B16D-07A0-DFDE-278C3FF35BB9}"/>
          </ac:spMkLst>
        </pc:spChg>
      </pc:sldChg>
      <pc:sldChg chg="modSp add mod ord">
        <pc:chgData name="Gurjot Singh" userId="83e15f0a-3691-4b13-a248-ec4d83812968" providerId="ADAL" clId="{2CE4707E-236F-4159-A21A-B5D68036E123}" dt="2026-03-13T16:46:03.751" v="1413" actId="20577"/>
        <pc:sldMkLst>
          <pc:docMk/>
          <pc:sldMk cId="3014608402" sldId="360"/>
        </pc:sldMkLst>
        <pc:spChg chg="mod">
          <ac:chgData name="Gurjot Singh" userId="83e15f0a-3691-4b13-a248-ec4d83812968" providerId="ADAL" clId="{2CE4707E-236F-4159-A21A-B5D68036E123}" dt="2026-03-13T16:46:03.751" v="1413" actId="20577"/>
          <ac:spMkLst>
            <pc:docMk/>
            <pc:sldMk cId="3014608402" sldId="360"/>
            <ac:spMk id="374" creationId="{D244B2AE-5BB6-9FEC-D120-BCF115B24D57}"/>
          </ac:spMkLst>
        </pc:spChg>
        <pc:spChg chg="mod">
          <ac:chgData name="Gurjot Singh" userId="83e15f0a-3691-4b13-a248-ec4d83812968" providerId="ADAL" clId="{2CE4707E-236F-4159-A21A-B5D68036E123}" dt="2026-03-13T16:46:00.176" v="1403" actId="20577"/>
          <ac:spMkLst>
            <pc:docMk/>
            <pc:sldMk cId="3014608402" sldId="360"/>
            <ac:spMk id="375" creationId="{651070A8-12C1-FEE4-CEC2-9FA2783E689A}"/>
          </ac:spMkLst>
        </pc:spChg>
      </pc:sldChg>
      <pc:sldMasterChg chg="delSldLayout">
        <pc:chgData name="Gurjot Singh" userId="83e15f0a-3691-4b13-a248-ec4d83812968" providerId="ADAL" clId="{2CE4707E-236F-4159-A21A-B5D68036E123}" dt="2026-03-13T16:47:28.098" v="1459" actId="47"/>
        <pc:sldMasterMkLst>
          <pc:docMk/>
          <pc:sldMasterMk cId="0" sldId="2147483672"/>
        </pc:sldMasterMkLst>
        <pc:sldLayoutChg chg="del">
          <pc:chgData name="Gurjot Singh" userId="83e15f0a-3691-4b13-a248-ec4d83812968" providerId="ADAL" clId="{2CE4707E-236F-4159-A21A-B5D68036E123}" dt="2026-03-13T16:43:58.886" v="1336" actId="47"/>
          <pc:sldLayoutMkLst>
            <pc:docMk/>
            <pc:sldMasterMk cId="0" sldId="2147483672"/>
            <pc:sldLayoutMk cId="0" sldId="2147483653"/>
          </pc:sldLayoutMkLst>
        </pc:sldLayoutChg>
        <pc:sldLayoutChg chg="del">
          <pc:chgData name="Gurjot Singh" userId="83e15f0a-3691-4b13-a248-ec4d83812968" providerId="ADAL" clId="{2CE4707E-236F-4159-A21A-B5D68036E123}" dt="2026-03-13T16:43:58.886" v="1336" actId="47"/>
          <pc:sldLayoutMkLst>
            <pc:docMk/>
            <pc:sldMasterMk cId="0" sldId="2147483672"/>
            <pc:sldLayoutMk cId="0" sldId="2147483660"/>
          </pc:sldLayoutMkLst>
        </pc:sldLayoutChg>
        <pc:sldLayoutChg chg="del">
          <pc:chgData name="Gurjot Singh" userId="83e15f0a-3691-4b13-a248-ec4d83812968" providerId="ADAL" clId="{2CE4707E-236F-4159-A21A-B5D68036E123}" dt="2026-03-13T16:47:28.098" v="1459" actId="47"/>
          <pc:sldLayoutMkLst>
            <pc:docMk/>
            <pc:sldMasterMk cId="0" sldId="2147483672"/>
            <pc:sldLayoutMk cId="0" sldId="2147483661"/>
          </pc:sldLayoutMkLst>
        </pc:sldLayoutChg>
        <pc:sldLayoutChg chg="del">
          <pc:chgData name="Gurjot Singh" userId="83e15f0a-3691-4b13-a248-ec4d83812968" providerId="ADAL" clId="{2CE4707E-236F-4159-A21A-B5D68036E123}" dt="2026-03-13T16:46:42.047" v="1415" actId="47"/>
          <pc:sldLayoutMkLst>
            <pc:docMk/>
            <pc:sldMasterMk cId="0" sldId="2147483672"/>
            <pc:sldLayoutMk cId="0" sldId="2147483664"/>
          </pc:sldLayoutMkLst>
        </pc:sldLayoutChg>
        <pc:sldLayoutChg chg="del">
          <pc:chgData name="Gurjot Singh" userId="83e15f0a-3691-4b13-a248-ec4d83812968" providerId="ADAL" clId="{2CE4707E-236F-4159-A21A-B5D68036E123}" dt="2026-03-13T16:46:42.047" v="1415" actId="47"/>
          <pc:sldLayoutMkLst>
            <pc:docMk/>
            <pc:sldMasterMk cId="0" sldId="2147483672"/>
            <pc:sldLayoutMk cId="0" sldId="214748366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EB671120-B8F4-29A9-2EB8-D6FAA9A14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B4FFCA52-D2E1-8CA2-2998-2DCC430AB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B40442DE-9C16-0A52-D7F5-87D97021C3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8445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8F741384-0B16-CDA2-BBD8-82AD84BA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DC371585-C978-BC02-B9E6-E958FA48CB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9578973C-1CA4-D0D0-6F64-2A2E8C4EE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1532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>
          <a:extLst>
            <a:ext uri="{FF2B5EF4-FFF2-40B4-BE49-F238E27FC236}">
              <a16:creationId xmlns:a16="http://schemas.microsoft.com/office/drawing/2014/main" id="{F2216CCE-513A-8D21-D7FE-E6098D65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8b872573b1_0_185:notes">
            <a:extLst>
              <a:ext uri="{FF2B5EF4-FFF2-40B4-BE49-F238E27FC236}">
                <a16:creationId xmlns:a16="http://schemas.microsoft.com/office/drawing/2014/main" id="{CE7C1517-F669-D325-9D76-45F4C0985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8b872573b1_0_185:notes">
            <a:extLst>
              <a:ext uri="{FF2B5EF4-FFF2-40B4-BE49-F238E27FC236}">
                <a16:creationId xmlns:a16="http://schemas.microsoft.com/office/drawing/2014/main" id="{5483D0A8-0F2C-8B93-9472-EC3ED51C3D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091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8d4cbd36da_4_31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8d4cbd36da_4_31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13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4357775"/>
            <a:ext cx="6633906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8355575" y="4357775"/>
            <a:ext cx="788431" cy="785368"/>
          </a:xfrm>
          <a:custGeom>
            <a:avLst/>
            <a:gdLst/>
            <a:ahLst/>
            <a:cxnLst/>
            <a:rect l="l" t="t" r="r" b="b"/>
            <a:pathLst>
              <a:path w="17241" h="16396" extrusionOk="0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923700" y="0"/>
            <a:ext cx="7220221" cy="2724140"/>
          </a:xfrm>
          <a:custGeom>
            <a:avLst/>
            <a:gdLst/>
            <a:ahLst/>
            <a:cxnLst/>
            <a:rect l="l" t="t" r="r" b="b"/>
            <a:pathLst>
              <a:path w="52686" h="24170" extrusionOk="0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43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ubTitle" idx="1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2510100" y="3306950"/>
            <a:ext cx="4123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Slidesgo, incluiding icons by Flaticon, and infographics &amp; images by Freepik.</a:t>
            </a:r>
            <a:endParaRPr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3268775"/>
            <a:ext cx="667651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960123" y="323033"/>
            <a:ext cx="1183740" cy="355315"/>
          </a:xfrm>
          <a:custGeom>
            <a:avLst/>
            <a:gdLst/>
            <a:ahLst/>
            <a:cxnLst/>
            <a:rect l="l" t="t" r="r" b="b"/>
            <a:pathLst>
              <a:path w="9205" h="2763" extrusionOk="0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173125" y="912516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173125" y="2089940"/>
            <a:ext cx="1970757" cy="356858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0" y="2089940"/>
            <a:ext cx="552969" cy="356858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773245" y="1500456"/>
            <a:ext cx="370618" cy="356858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039723" y="3268778"/>
            <a:ext cx="1104138" cy="355443"/>
          </a:xfrm>
          <a:custGeom>
            <a:avLst/>
            <a:gdLst/>
            <a:ahLst/>
            <a:cxnLst/>
            <a:rect l="l" t="t" r="r" b="b"/>
            <a:pathLst>
              <a:path w="8586" h="2764" extrusionOk="0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555951" y="3858262"/>
            <a:ext cx="1587922" cy="355315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4446202"/>
            <a:ext cx="1183740" cy="356858"/>
          </a:xfrm>
          <a:custGeom>
            <a:avLst/>
            <a:gdLst/>
            <a:ahLst/>
            <a:cxnLst/>
            <a:rect l="l" t="t" r="r" b="b"/>
            <a:pathLst>
              <a:path w="9205" h="2775" extrusionOk="0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0" y="3858262"/>
            <a:ext cx="1970757" cy="355315"/>
          </a:xfrm>
          <a:custGeom>
            <a:avLst/>
            <a:gdLst/>
            <a:ahLst/>
            <a:cxnLst/>
            <a:rect l="l" t="t" r="r" b="b"/>
            <a:pathLst>
              <a:path w="15325" h="2763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325759" y="3858262"/>
            <a:ext cx="866747" cy="355315"/>
          </a:xfrm>
          <a:custGeom>
            <a:avLst/>
            <a:gdLst/>
            <a:ahLst/>
            <a:cxnLst/>
            <a:rect l="l" t="t" r="r" b="b"/>
            <a:pathLst>
              <a:path w="6740" h="2763" extrusionOk="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2679300"/>
            <a:ext cx="1485912" cy="355450"/>
          </a:xfrm>
          <a:custGeom>
            <a:avLst/>
            <a:gdLst/>
            <a:ahLst/>
            <a:cxnLst/>
            <a:rect l="l" t="t" r="r" b="b"/>
            <a:pathLst>
              <a:path w="15325" h="2764" extrusionOk="0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96262" y="3268778"/>
            <a:ext cx="370618" cy="355443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59324" y="912525"/>
            <a:ext cx="1228595" cy="355301"/>
          </a:xfrm>
          <a:custGeom>
            <a:avLst/>
            <a:gdLst/>
            <a:ahLst/>
            <a:cxnLst/>
            <a:rect l="l" t="t" r="r" b="b"/>
            <a:pathLst>
              <a:path w="12348" h="2763" extrusionOk="0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95565" y="323033"/>
            <a:ext cx="2171240" cy="355315"/>
          </a:xfrm>
          <a:custGeom>
            <a:avLst/>
            <a:gdLst/>
            <a:ahLst/>
            <a:cxnLst/>
            <a:rect l="l" t="t" r="r" b="b"/>
            <a:pathLst>
              <a:path w="16884" h="2763" extrusionOk="0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729396" y="3858262"/>
            <a:ext cx="1600139" cy="355315"/>
          </a:xfrm>
          <a:custGeom>
            <a:avLst/>
            <a:gdLst/>
            <a:ahLst/>
            <a:cxnLst/>
            <a:rect l="l" t="t" r="r" b="b"/>
            <a:pathLst>
              <a:path w="12443" h="2763" extrusionOk="0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577072" y="4446200"/>
            <a:ext cx="3118770" cy="356851"/>
          </a:xfrm>
          <a:custGeom>
            <a:avLst/>
            <a:gdLst/>
            <a:ahLst/>
            <a:cxnLst/>
            <a:rect l="l" t="t" r="r" b="b"/>
            <a:pathLst>
              <a:path w="16884" h="2775" extrusionOk="0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title" idx="2" hasCustomPrompt="1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sz="12500" b="1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lvl="0"/>
            <a:r>
              <a:rPr lang="en-CA" sz="5400" dirty="0" err="1"/>
              <a:t>Dockerize</a:t>
            </a:r>
            <a:r>
              <a:rPr lang="en-CA" sz="5400" dirty="0"/>
              <a:t> Everything!!</a:t>
            </a:r>
            <a:endParaRPr sz="54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dk2"/>
                </a:solidFill>
              </a:rPr>
              <a:t>Building and Deploying a Full-Stack MERN App on Azure by Gurjot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/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/>
              <a:t>Azure Resource Groups</a:t>
            </a: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AE3466-A85E-EA04-A3CF-58E9C3956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92"/>
            <a:ext cx="9144000" cy="504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54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88F7-FB7E-0C6D-36D2-6DD05055F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8DD0A2-FF25-E1BF-F9F3-67D61726D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44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979F2-5425-5372-ADE3-A953FE0AC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423FEC-CF2D-E9FB-9A83-7E39E85B1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98"/>
            <a:ext cx="9144000" cy="499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0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9C77F564-F1A5-7D2B-92B0-178C97BB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B6E482E2-09A1-E490-6348-A6931D1BB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/>
              <a:t>Azure Container Registry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75815B80-6A57-D8CD-4133-0F7E15A922A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419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C488-D07A-2504-250A-FBD1BF80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7C64C9-7B6D-B494-58C5-DDB9F4A6A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445"/>
            <a:ext cx="9144000" cy="502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68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633A-B923-5F44-6BC6-4415BCAE6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53D4F-57D9-E41C-6FDA-6B3950469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52"/>
            <a:ext cx="9144000" cy="500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9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0A373-62B3-AB72-68CF-7C391117C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60F6AA-93D1-DC21-DA50-6626F8B93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25"/>
            <a:ext cx="9144000" cy="506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89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DA405-22FD-2BC1-DC0C-4BD9C63C5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73285-927B-DB43-9327-0B9CBE51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39"/>
            <a:ext cx="9144000" cy="50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8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B366-0B06-A475-BD1F-2BE69F8B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60C25-472E-22FD-44C2-B7640E5A2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6" y="0"/>
            <a:ext cx="869636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4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D529-1CDE-588C-1DEE-9FDF1176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A0800-E49B-AB04-98EB-FF8CA607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38" y="0"/>
            <a:ext cx="872712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1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8BA55-3164-8142-5E0F-6DD4BAA3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362FD0-FDBF-3069-6C94-ECC720206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7" y="1052300"/>
            <a:ext cx="7563906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73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FBA94865-1227-0CD3-C669-27400FFDE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1346FC33-654D-3822-49B4-5FD5D82E2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 err="1"/>
              <a:t>Dockerise</a:t>
            </a:r>
            <a:r>
              <a:rPr lang="en-CA" dirty="0"/>
              <a:t> the Backend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241224B0-B16D-07A0-DFDE-278C3FF35BB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3756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C8DB-2937-A287-671C-D6549605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ED7EFB-DCB1-946B-3C3E-876A21DD6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352"/>
            <a:ext cx="9144000" cy="359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83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B767-AB59-41AA-1987-7B307D44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1CDD7-7C6A-175C-A638-E2E167899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24"/>
            <a:ext cx="9144000" cy="28446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07B91C-F367-B895-E075-5C372F6AA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762" y="2399441"/>
            <a:ext cx="5879112" cy="27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4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06789-F789-BCB5-E94D-8C330629E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6627C-B56F-10FB-EED0-C86B980E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661"/>
            <a:ext cx="9144000" cy="307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22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F905B-701A-EEC9-9F7F-0DC4CC69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129B0-AF86-0AA0-51EF-8A43DC971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52"/>
            <a:ext cx="9144000" cy="500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84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5C23-BCB7-1E9C-D62C-D3538CCE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4FD95C-9705-0A7E-792E-913178DAA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752"/>
            <a:ext cx="9144000" cy="500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72F79-EA7E-15D0-7665-897CE3C8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253AD-8B64-E54B-7D27-378568684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2"/>
            <a:ext cx="9144000" cy="498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83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CA0A6-EAC6-6CC9-36AC-4880F225B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AB8888-F1A4-BCDD-EE03-6491FBAC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39"/>
            <a:ext cx="9144000" cy="500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87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277E-9708-5173-85C2-45331DA9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F78902-01AF-AD7D-D21B-25DEB6025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702"/>
            <a:ext cx="9144000" cy="36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8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>
          <a:extLst>
            <a:ext uri="{FF2B5EF4-FFF2-40B4-BE49-F238E27FC236}">
              <a16:creationId xmlns:a16="http://schemas.microsoft.com/office/drawing/2014/main" id="{6339AF5C-59A2-62D8-BD6E-E9067A9F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">
            <a:extLst>
              <a:ext uri="{FF2B5EF4-FFF2-40B4-BE49-F238E27FC236}">
                <a16:creationId xmlns:a16="http://schemas.microsoft.com/office/drawing/2014/main" id="{D244B2AE-5BB6-9FEC-D120-BCF115B24D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r>
              <a:rPr lang="en-CA" dirty="0" err="1"/>
              <a:t>Dockerise</a:t>
            </a:r>
            <a:r>
              <a:rPr lang="en-CA" dirty="0"/>
              <a:t> the Frontend</a:t>
            </a:r>
            <a:endParaRPr dirty="0"/>
          </a:p>
        </p:txBody>
      </p:sp>
      <p:sp>
        <p:nvSpPr>
          <p:cNvPr id="375" name="Google Shape;375;p32">
            <a:extLst>
              <a:ext uri="{FF2B5EF4-FFF2-40B4-BE49-F238E27FC236}">
                <a16:creationId xmlns:a16="http://schemas.microsoft.com/office/drawing/2014/main" id="{651070A8-12C1-FEE4-CEC2-9FA2783E689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4608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341D-2FB9-4F34-510F-DF2606037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B8983-70F2-93CE-0FE1-7C178FCFF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8" y="0"/>
            <a:ext cx="87425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01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7A0A6-0638-C640-9757-BF7A5039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82B838-D77D-928A-BBEB-193352AC3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400"/>
            <a:ext cx="9144000" cy="474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97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5AA7-12D9-EE42-993D-2BB03ECD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C0ED7-CB5D-AF11-B698-77E44F2F7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697"/>
            <a:ext cx="9144000" cy="385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73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A4D4-AA0D-0049-B4A8-C88E05CC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54A3A-DDDD-0944-331F-7A9504D2E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440"/>
            <a:ext cx="9144000" cy="451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34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31CF9-933B-E3DF-B5A6-E39BD0378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076C7F-5B2A-C82F-8165-0968FB6AC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74"/>
            <a:ext cx="9144000" cy="504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56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BF3A-E5E4-F345-E9BE-3691586F8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0747F-E121-93D0-1E04-0667F8438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44"/>
            <a:ext cx="9144000" cy="50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30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6114-BEE2-96B0-9EBC-91189C02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D99E6-6F1E-F49B-D7D5-EA5697BD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14"/>
            <a:ext cx="9144000" cy="500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122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title"/>
          </p:nvPr>
        </p:nvSpPr>
        <p:spPr>
          <a:xfrm>
            <a:off x="2106202" y="1071509"/>
            <a:ext cx="5580258" cy="14241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THANKS!</a:t>
            </a:r>
            <a:endParaRPr sz="9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E51DE1-AAFD-2510-9589-042148B6E1D6}"/>
              </a:ext>
            </a:extLst>
          </p:cNvPr>
          <p:cNvSpPr/>
          <p:nvPr/>
        </p:nvSpPr>
        <p:spPr>
          <a:xfrm>
            <a:off x="2358188" y="2894454"/>
            <a:ext cx="4214491" cy="136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33</Words>
  <Application>Microsoft Office PowerPoint</Application>
  <PresentationFormat>On-screen Show (16:9)</PresentationFormat>
  <Paragraphs>11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Overpass Mono</vt:lpstr>
      <vt:lpstr>Anaheim</vt:lpstr>
      <vt:lpstr>Programming Lesson by Slidesgo</vt:lpstr>
      <vt:lpstr>Dockerize Everything!!</vt:lpstr>
      <vt:lpstr>Azure Resource Groups</vt:lpstr>
      <vt:lpstr>PowerPoint Presentation</vt:lpstr>
      <vt:lpstr>PowerPoint Presentation</vt:lpstr>
      <vt:lpstr>PowerPoint Presentation</vt:lpstr>
      <vt:lpstr>Azure Container Registry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Dockerise the Backend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Dockerise the Frontend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Gurjot Singh</cp:lastModifiedBy>
  <cp:revision>1</cp:revision>
  <dcterms:modified xsi:type="dcterms:W3CDTF">2026-03-13T17:12:56Z</dcterms:modified>
</cp:coreProperties>
</file>