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22"/>
  </p:notesMasterIdLst>
  <p:sldIdLst>
    <p:sldId id="256" r:id="rId2"/>
    <p:sldId id="261" r:id="rId3"/>
    <p:sldId id="324" r:id="rId4"/>
    <p:sldId id="325" r:id="rId5"/>
    <p:sldId id="326" r:id="rId6"/>
    <p:sldId id="327" r:id="rId7"/>
    <p:sldId id="328" r:id="rId8"/>
    <p:sldId id="329" r:id="rId9"/>
    <p:sldId id="332" r:id="rId10"/>
    <p:sldId id="330" r:id="rId11"/>
    <p:sldId id="333" r:id="rId12"/>
    <p:sldId id="334" r:id="rId13"/>
    <p:sldId id="335" r:id="rId14"/>
    <p:sldId id="337" r:id="rId15"/>
    <p:sldId id="336" r:id="rId16"/>
    <p:sldId id="331" r:id="rId17"/>
    <p:sldId id="338" r:id="rId18"/>
    <p:sldId id="339" r:id="rId19"/>
    <p:sldId id="340" r:id="rId20"/>
    <p:sldId id="305" r:id="rId21"/>
  </p:sldIdLst>
  <p:sldSz cx="9144000" cy="5143500" type="screen16x9"/>
  <p:notesSz cx="6858000" cy="9144000"/>
  <p:embeddedFontLst>
    <p:embeddedFont>
      <p:font typeface="Anaheim" panose="020B0604020202020204" charset="0"/>
      <p:regular r:id="rId23"/>
      <p:bold r:id="rId24"/>
    </p:embeddedFont>
    <p:embeddedFont>
      <p:font typeface="Overpass Mono" panose="020B0604020202020204" charset="0"/>
      <p:regular r:id="rId25"/>
      <p:bold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54F7A74-9A77-42D7-B592-B72458F304DA}">
  <a:tblStyle styleId="{F54F7A74-9A77-42D7-B592-B72458F304D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E4952BE-D362-41E0-9E16-85D15128460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52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rjot Singh" userId="83e15f0a-3691-4b13-a248-ec4d83812968" providerId="ADAL" clId="{2CE4707E-236F-4159-A21A-B5D68036E123}"/>
    <pc:docChg chg="undo redo custSel addSld delSld modSld sldOrd delMainMaster">
      <pc:chgData name="Gurjot Singh" userId="83e15f0a-3691-4b13-a248-ec4d83812968" providerId="ADAL" clId="{2CE4707E-236F-4159-A21A-B5D68036E123}" dt="2026-03-20T16:46:58.270" v="1591" actId="47"/>
      <pc:docMkLst>
        <pc:docMk/>
      </pc:docMkLst>
      <pc:sldChg chg="modSp mod modNotes">
        <pc:chgData name="Gurjot Singh" userId="83e15f0a-3691-4b13-a248-ec4d83812968" providerId="ADAL" clId="{2CE4707E-236F-4159-A21A-B5D68036E123}" dt="2026-03-20T15:54:57.893" v="1501" actId="20577"/>
        <pc:sldMkLst>
          <pc:docMk/>
          <pc:sldMk cId="0" sldId="256"/>
        </pc:sldMkLst>
        <pc:spChg chg="mod">
          <ac:chgData name="Gurjot Singh" userId="83e15f0a-3691-4b13-a248-ec4d83812968" providerId="ADAL" clId="{2CE4707E-236F-4159-A21A-B5D68036E123}" dt="2026-03-20T15:54:57.893" v="1501" actId="20577"/>
          <ac:spMkLst>
            <pc:docMk/>
            <pc:sldMk cId="0" sldId="256"/>
            <ac:spMk id="334" creationId="{00000000-0000-0000-0000-000000000000}"/>
          </ac:spMkLst>
        </pc:spChg>
        <pc:spChg chg="mod">
          <ac:chgData name="Gurjot Singh" userId="83e15f0a-3691-4b13-a248-ec4d83812968" providerId="ADAL" clId="{2CE4707E-236F-4159-A21A-B5D68036E123}" dt="2026-02-27T15:37:41.994" v="20"/>
          <ac:spMkLst>
            <pc:docMk/>
            <pc:sldMk cId="0" sldId="256"/>
            <ac:spMk id="335" creationId="{00000000-0000-0000-0000-000000000000}"/>
          </ac:spMkLst>
        </pc:spChg>
      </pc:sldChg>
      <pc:sldChg chg="modSp mod ord">
        <pc:chgData name="Gurjot Singh" userId="83e15f0a-3691-4b13-a248-ec4d83812968" providerId="ADAL" clId="{2CE4707E-236F-4159-A21A-B5D68036E123}" dt="2026-03-20T15:55:08.411" v="1519" actId="20577"/>
        <pc:sldMkLst>
          <pc:docMk/>
          <pc:sldMk cId="0" sldId="261"/>
        </pc:sldMkLst>
        <pc:spChg chg="mod">
          <ac:chgData name="Gurjot Singh" userId="83e15f0a-3691-4b13-a248-ec4d83812968" providerId="ADAL" clId="{2CE4707E-236F-4159-A21A-B5D68036E123}" dt="2026-03-20T15:55:08.411" v="1519" actId="20577"/>
          <ac:spMkLst>
            <pc:docMk/>
            <pc:sldMk cId="0" sldId="261"/>
            <ac:spMk id="374" creationId="{00000000-0000-0000-0000-000000000000}"/>
          </ac:spMkLst>
        </pc:spChg>
      </pc:sldChg>
      <pc:sldChg chg="add">
        <pc:chgData name="Gurjot Singh" userId="83e15f0a-3691-4b13-a248-ec4d83812968" providerId="ADAL" clId="{2CE4707E-236F-4159-A21A-B5D68036E123}" dt="2026-02-27T16:40:21.547" v="175"/>
        <pc:sldMkLst>
          <pc:docMk/>
          <pc:sldMk cId="0" sldId="305"/>
        </pc:sldMkLst>
      </pc:sldChg>
      <pc:sldChg chg="addSp delSp add mod">
        <pc:chgData name="Gurjot Singh" userId="83e15f0a-3691-4b13-a248-ec4d83812968" providerId="ADAL" clId="{2CE4707E-236F-4159-A21A-B5D68036E123}" dt="2026-03-20T15:54:44.552" v="1474" actId="22"/>
        <pc:sldMkLst>
          <pc:docMk/>
          <pc:sldMk cId="2979548599" sldId="324"/>
        </pc:sldMkLst>
        <pc:picChg chg="add">
          <ac:chgData name="Gurjot Singh" userId="83e15f0a-3691-4b13-a248-ec4d83812968" providerId="ADAL" clId="{2CE4707E-236F-4159-A21A-B5D68036E123}" dt="2026-03-20T15:54:44.552" v="1474" actId="22"/>
          <ac:picMkLst>
            <pc:docMk/>
            <pc:sldMk cId="2979548599" sldId="324"/>
            <ac:picMk id="3" creationId="{1761E9D5-D5E7-3088-68B5-763B521D875E}"/>
          </ac:picMkLst>
        </pc:picChg>
        <pc:picChg chg="add del">
          <ac:chgData name="Gurjot Singh" userId="83e15f0a-3691-4b13-a248-ec4d83812968" providerId="ADAL" clId="{2CE4707E-236F-4159-A21A-B5D68036E123}" dt="2026-03-20T14:50:09.499" v="1463" actId="478"/>
          <ac:picMkLst>
            <pc:docMk/>
            <pc:sldMk cId="2979548599" sldId="324"/>
            <ac:picMk id="4" creationId="{BCAE3466-A85E-EA04-A3CF-58E9C3956A7F}"/>
          </ac:picMkLst>
        </pc:picChg>
      </pc:sldChg>
      <pc:sldChg chg="addSp add mod">
        <pc:chgData name="Gurjot Singh" userId="83e15f0a-3691-4b13-a248-ec4d83812968" providerId="ADAL" clId="{2CE4707E-236F-4159-A21A-B5D68036E123}" dt="2026-03-20T15:55:33.392" v="1520" actId="22"/>
        <pc:sldMkLst>
          <pc:docMk/>
          <pc:sldMk cId="3355346110" sldId="325"/>
        </pc:sldMkLst>
        <pc:picChg chg="add">
          <ac:chgData name="Gurjot Singh" userId="83e15f0a-3691-4b13-a248-ec4d83812968" providerId="ADAL" clId="{2CE4707E-236F-4159-A21A-B5D68036E123}" dt="2026-03-20T15:55:33.392" v="1520" actId="22"/>
          <ac:picMkLst>
            <pc:docMk/>
            <pc:sldMk cId="3355346110" sldId="325"/>
            <ac:picMk id="3" creationId="{F04B1897-9B8E-DFC0-6D3B-664A37DDF7C5}"/>
          </ac:picMkLst>
        </pc:picChg>
      </pc:sldChg>
      <pc:sldChg chg="addSp add mod">
        <pc:chgData name="Gurjot Singh" userId="83e15f0a-3691-4b13-a248-ec4d83812968" providerId="ADAL" clId="{2CE4707E-236F-4159-A21A-B5D68036E123}" dt="2026-03-20T15:55:46.781" v="1521" actId="22"/>
        <pc:sldMkLst>
          <pc:docMk/>
          <pc:sldMk cId="3494423605" sldId="326"/>
        </pc:sldMkLst>
        <pc:picChg chg="add">
          <ac:chgData name="Gurjot Singh" userId="83e15f0a-3691-4b13-a248-ec4d83812968" providerId="ADAL" clId="{2CE4707E-236F-4159-A21A-B5D68036E123}" dt="2026-03-20T15:55:46.781" v="1521" actId="22"/>
          <ac:picMkLst>
            <pc:docMk/>
            <pc:sldMk cId="3494423605" sldId="326"/>
            <ac:picMk id="3" creationId="{F2512960-316C-F393-07BF-ED63B61F4DB6}"/>
          </ac:picMkLst>
        </pc:picChg>
      </pc:sldChg>
      <pc:sldChg chg="addSp add mod">
        <pc:chgData name="Gurjot Singh" userId="83e15f0a-3691-4b13-a248-ec4d83812968" providerId="ADAL" clId="{2CE4707E-236F-4159-A21A-B5D68036E123}" dt="2026-03-20T15:56:40.818" v="1522" actId="22"/>
        <pc:sldMkLst>
          <pc:docMk/>
          <pc:sldMk cId="755265323" sldId="327"/>
        </pc:sldMkLst>
        <pc:picChg chg="add">
          <ac:chgData name="Gurjot Singh" userId="83e15f0a-3691-4b13-a248-ec4d83812968" providerId="ADAL" clId="{2CE4707E-236F-4159-A21A-B5D68036E123}" dt="2026-03-20T15:56:40.818" v="1522" actId="22"/>
          <ac:picMkLst>
            <pc:docMk/>
            <pc:sldMk cId="755265323" sldId="327"/>
            <ac:picMk id="3" creationId="{D6ABD9D2-F8F6-87AE-15BE-899C6F3B4346}"/>
          </ac:picMkLst>
        </pc:picChg>
      </pc:sldChg>
      <pc:sldChg chg="addSp add mod">
        <pc:chgData name="Gurjot Singh" userId="83e15f0a-3691-4b13-a248-ec4d83812968" providerId="ADAL" clId="{2CE4707E-236F-4159-A21A-B5D68036E123}" dt="2026-03-20T15:56:53.726" v="1523" actId="22"/>
        <pc:sldMkLst>
          <pc:docMk/>
          <pc:sldMk cId="1457301590" sldId="328"/>
        </pc:sldMkLst>
        <pc:picChg chg="add">
          <ac:chgData name="Gurjot Singh" userId="83e15f0a-3691-4b13-a248-ec4d83812968" providerId="ADAL" clId="{2CE4707E-236F-4159-A21A-B5D68036E123}" dt="2026-03-20T15:56:53.726" v="1523" actId="22"/>
          <ac:picMkLst>
            <pc:docMk/>
            <pc:sldMk cId="1457301590" sldId="328"/>
            <ac:picMk id="3" creationId="{34E986DD-E6B9-9F17-6880-AF48457904EF}"/>
          </ac:picMkLst>
        </pc:picChg>
      </pc:sldChg>
      <pc:sldChg chg="addSp add del mod">
        <pc:chgData name="Gurjot Singh" userId="83e15f0a-3691-4b13-a248-ec4d83812968" providerId="ADAL" clId="{2CE4707E-236F-4159-A21A-B5D68036E123}" dt="2026-03-20T14:50:07.611" v="1462" actId="47"/>
        <pc:sldMkLst>
          <pc:docMk/>
          <pc:sldMk cId="1463944493" sldId="329"/>
        </pc:sldMkLst>
      </pc:sldChg>
      <pc:sldChg chg="addSp add mod">
        <pc:chgData name="Gurjot Singh" userId="83e15f0a-3691-4b13-a248-ec4d83812968" providerId="ADAL" clId="{2CE4707E-236F-4159-A21A-B5D68036E123}" dt="2026-03-20T15:57:08.276" v="1524" actId="22"/>
        <pc:sldMkLst>
          <pc:docMk/>
          <pc:sldMk cId="3001869910" sldId="329"/>
        </pc:sldMkLst>
        <pc:picChg chg="add">
          <ac:chgData name="Gurjot Singh" userId="83e15f0a-3691-4b13-a248-ec4d83812968" providerId="ADAL" clId="{2CE4707E-236F-4159-A21A-B5D68036E123}" dt="2026-03-20T15:57:08.276" v="1524" actId="22"/>
          <ac:picMkLst>
            <pc:docMk/>
            <pc:sldMk cId="3001869910" sldId="329"/>
            <ac:picMk id="3" creationId="{173BBE9D-BDEE-D3F0-BC90-6F2FB050D2AD}"/>
          </ac:picMkLst>
        </pc:picChg>
      </pc:sldChg>
      <pc:sldChg chg="addSp add mod">
        <pc:chgData name="Gurjot Singh" userId="83e15f0a-3691-4b13-a248-ec4d83812968" providerId="ADAL" clId="{2CE4707E-236F-4159-A21A-B5D68036E123}" dt="2026-03-20T16:11:26.539" v="1540" actId="22"/>
        <pc:sldMkLst>
          <pc:docMk/>
          <pc:sldMk cId="2361287795" sldId="330"/>
        </pc:sldMkLst>
        <pc:picChg chg="add">
          <ac:chgData name="Gurjot Singh" userId="83e15f0a-3691-4b13-a248-ec4d83812968" providerId="ADAL" clId="{2CE4707E-236F-4159-A21A-B5D68036E123}" dt="2026-03-20T16:11:26.539" v="1540" actId="22"/>
          <ac:picMkLst>
            <pc:docMk/>
            <pc:sldMk cId="2361287795" sldId="330"/>
            <ac:picMk id="3" creationId="{02F4F1FD-903A-13E4-B5D2-01AFEDD4A2D4}"/>
          </ac:picMkLst>
        </pc:picChg>
      </pc:sldChg>
      <pc:sldChg chg="addSp add del mod">
        <pc:chgData name="Gurjot Singh" userId="83e15f0a-3691-4b13-a248-ec4d83812968" providerId="ADAL" clId="{2CE4707E-236F-4159-A21A-B5D68036E123}" dt="2026-03-20T14:50:07.611" v="1462" actId="47"/>
        <pc:sldMkLst>
          <pc:docMk/>
          <pc:sldMk cId="2609704373" sldId="330"/>
        </pc:sldMkLst>
      </pc:sldChg>
      <pc:sldChg chg="addSp add mod">
        <pc:chgData name="Gurjot Singh" userId="83e15f0a-3691-4b13-a248-ec4d83812968" providerId="ADAL" clId="{2CE4707E-236F-4159-A21A-B5D68036E123}" dt="2026-03-20T16:42:32.621" v="1586" actId="22"/>
        <pc:sldMkLst>
          <pc:docMk/>
          <pc:sldMk cId="727233477" sldId="331"/>
        </pc:sldMkLst>
        <pc:picChg chg="add">
          <ac:chgData name="Gurjot Singh" userId="83e15f0a-3691-4b13-a248-ec4d83812968" providerId="ADAL" clId="{2CE4707E-236F-4159-A21A-B5D68036E123}" dt="2026-03-20T16:42:32.621" v="1586" actId="22"/>
          <ac:picMkLst>
            <pc:docMk/>
            <pc:sldMk cId="727233477" sldId="331"/>
            <ac:picMk id="3" creationId="{619D92C6-1BF7-E211-98B6-1D014639742F}"/>
          </ac:picMkLst>
        </pc:picChg>
      </pc:sldChg>
      <pc:sldChg chg="addSp add del mod">
        <pc:chgData name="Gurjot Singh" userId="83e15f0a-3691-4b13-a248-ec4d83812968" providerId="ADAL" clId="{2CE4707E-236F-4159-A21A-B5D68036E123}" dt="2026-03-20T14:50:07.611" v="1462" actId="47"/>
        <pc:sldMkLst>
          <pc:docMk/>
          <pc:sldMk cId="65868771" sldId="332"/>
        </pc:sldMkLst>
      </pc:sldChg>
      <pc:sldChg chg="addSp modSp add mod ord">
        <pc:chgData name="Gurjot Singh" userId="83e15f0a-3691-4b13-a248-ec4d83812968" providerId="ADAL" clId="{2CE4707E-236F-4159-A21A-B5D68036E123}" dt="2026-03-20T15:59:01.873" v="1539"/>
        <pc:sldMkLst>
          <pc:docMk/>
          <pc:sldMk cId="1225088913" sldId="332"/>
        </pc:sldMkLst>
        <pc:picChg chg="add mod ord">
          <ac:chgData name="Gurjot Singh" userId="83e15f0a-3691-4b13-a248-ec4d83812968" providerId="ADAL" clId="{2CE4707E-236F-4159-A21A-B5D68036E123}" dt="2026-03-20T15:58:46.852" v="1533" actId="1076"/>
          <ac:picMkLst>
            <pc:docMk/>
            <pc:sldMk cId="1225088913" sldId="332"/>
            <ac:picMk id="3" creationId="{E9743949-2B6F-7FC1-3C26-92A75234B7EA}"/>
          </ac:picMkLst>
        </pc:picChg>
        <pc:picChg chg="add mod">
          <ac:chgData name="Gurjot Singh" userId="83e15f0a-3691-4b13-a248-ec4d83812968" providerId="ADAL" clId="{2CE4707E-236F-4159-A21A-B5D68036E123}" dt="2026-03-20T15:58:05.131" v="1528" actId="1076"/>
          <ac:picMkLst>
            <pc:docMk/>
            <pc:sldMk cId="1225088913" sldId="332"/>
            <ac:picMk id="5" creationId="{4CD01B63-A02D-AD40-15DF-FCD734AE085A}"/>
          </ac:picMkLst>
        </pc:picChg>
      </pc:sldChg>
      <pc:sldChg chg="addSp add mod">
        <pc:chgData name="Gurjot Singh" userId="83e15f0a-3691-4b13-a248-ec4d83812968" providerId="ADAL" clId="{2CE4707E-236F-4159-A21A-B5D68036E123}" dt="2026-03-20T16:18:55.135" v="1541" actId="22"/>
        <pc:sldMkLst>
          <pc:docMk/>
          <pc:sldMk cId="257761717" sldId="333"/>
        </pc:sldMkLst>
        <pc:picChg chg="add">
          <ac:chgData name="Gurjot Singh" userId="83e15f0a-3691-4b13-a248-ec4d83812968" providerId="ADAL" clId="{2CE4707E-236F-4159-A21A-B5D68036E123}" dt="2026-03-20T16:18:55.135" v="1541" actId="22"/>
          <ac:picMkLst>
            <pc:docMk/>
            <pc:sldMk cId="257761717" sldId="333"/>
            <ac:picMk id="3" creationId="{DD25611A-0027-92F2-0186-3C240A3177A5}"/>
          </ac:picMkLst>
        </pc:picChg>
      </pc:sldChg>
      <pc:sldChg chg="addSp add del mod">
        <pc:chgData name="Gurjot Singh" userId="83e15f0a-3691-4b13-a248-ec4d83812968" providerId="ADAL" clId="{2CE4707E-236F-4159-A21A-B5D68036E123}" dt="2026-03-20T14:50:07.611" v="1462" actId="47"/>
        <pc:sldMkLst>
          <pc:docMk/>
          <pc:sldMk cId="4241794279" sldId="333"/>
        </pc:sldMkLst>
      </pc:sldChg>
      <pc:sldChg chg="addSp add mod">
        <pc:chgData name="Gurjot Singh" userId="83e15f0a-3691-4b13-a248-ec4d83812968" providerId="ADAL" clId="{2CE4707E-236F-4159-A21A-B5D68036E123}" dt="2026-03-20T16:19:21.101" v="1542" actId="22"/>
        <pc:sldMkLst>
          <pc:docMk/>
          <pc:sldMk cId="62607449" sldId="334"/>
        </pc:sldMkLst>
        <pc:picChg chg="add">
          <ac:chgData name="Gurjot Singh" userId="83e15f0a-3691-4b13-a248-ec4d83812968" providerId="ADAL" clId="{2CE4707E-236F-4159-A21A-B5D68036E123}" dt="2026-03-20T16:19:21.101" v="1542" actId="22"/>
          <ac:picMkLst>
            <pc:docMk/>
            <pc:sldMk cId="62607449" sldId="334"/>
            <ac:picMk id="3" creationId="{706ABEE4-99F7-B714-CFAC-11BBFA3C2E7C}"/>
          </ac:picMkLst>
        </pc:picChg>
      </pc:sldChg>
      <pc:sldChg chg="addSp add del mod">
        <pc:chgData name="Gurjot Singh" userId="83e15f0a-3691-4b13-a248-ec4d83812968" providerId="ADAL" clId="{2CE4707E-236F-4159-A21A-B5D68036E123}" dt="2026-03-20T14:50:07.611" v="1462" actId="47"/>
        <pc:sldMkLst>
          <pc:docMk/>
          <pc:sldMk cId="3282789464" sldId="334"/>
        </pc:sldMkLst>
      </pc:sldChg>
      <pc:sldChg chg="addSp add del mod">
        <pc:chgData name="Gurjot Singh" userId="83e15f0a-3691-4b13-a248-ec4d83812968" providerId="ADAL" clId="{2CE4707E-236F-4159-A21A-B5D68036E123}" dt="2026-03-20T14:50:07.611" v="1462" actId="47"/>
        <pc:sldMkLst>
          <pc:docMk/>
          <pc:sldMk cId="548285849" sldId="335"/>
        </pc:sldMkLst>
      </pc:sldChg>
      <pc:sldChg chg="addSp add mod">
        <pc:chgData name="Gurjot Singh" userId="83e15f0a-3691-4b13-a248-ec4d83812968" providerId="ADAL" clId="{2CE4707E-236F-4159-A21A-B5D68036E123}" dt="2026-03-20T16:26:49.165" v="1543" actId="22"/>
        <pc:sldMkLst>
          <pc:docMk/>
          <pc:sldMk cId="1942587356" sldId="335"/>
        </pc:sldMkLst>
        <pc:picChg chg="add">
          <ac:chgData name="Gurjot Singh" userId="83e15f0a-3691-4b13-a248-ec4d83812968" providerId="ADAL" clId="{2CE4707E-236F-4159-A21A-B5D68036E123}" dt="2026-03-20T16:26:49.165" v="1543" actId="22"/>
          <ac:picMkLst>
            <pc:docMk/>
            <pc:sldMk cId="1942587356" sldId="335"/>
            <ac:picMk id="3" creationId="{3DCA2164-AB0D-0349-2C42-AAAA5EA74B85}"/>
          </ac:picMkLst>
        </pc:picChg>
      </pc:sldChg>
      <pc:sldChg chg="addSp add del mod">
        <pc:chgData name="Gurjot Singh" userId="83e15f0a-3691-4b13-a248-ec4d83812968" providerId="ADAL" clId="{2CE4707E-236F-4159-A21A-B5D68036E123}" dt="2026-03-20T14:50:07.611" v="1462" actId="47"/>
        <pc:sldMkLst>
          <pc:docMk/>
          <pc:sldMk cId="1455747048" sldId="336"/>
        </pc:sldMkLst>
      </pc:sldChg>
      <pc:sldChg chg="addSp add mod">
        <pc:chgData name="Gurjot Singh" userId="83e15f0a-3691-4b13-a248-ec4d83812968" providerId="ADAL" clId="{2CE4707E-236F-4159-A21A-B5D68036E123}" dt="2026-03-20T16:42:09.006" v="1580" actId="22"/>
        <pc:sldMkLst>
          <pc:docMk/>
          <pc:sldMk cId="3355818496" sldId="336"/>
        </pc:sldMkLst>
        <pc:picChg chg="add">
          <ac:chgData name="Gurjot Singh" userId="83e15f0a-3691-4b13-a248-ec4d83812968" providerId="ADAL" clId="{2CE4707E-236F-4159-A21A-B5D68036E123}" dt="2026-03-20T16:42:09.006" v="1580" actId="22"/>
          <ac:picMkLst>
            <pc:docMk/>
            <pc:sldMk cId="3355818496" sldId="336"/>
            <ac:picMk id="3" creationId="{F2839235-C4D7-C959-F5E9-D35BB13BAFE2}"/>
          </ac:picMkLst>
        </pc:picChg>
      </pc:sldChg>
      <pc:sldChg chg="addSp add del mod">
        <pc:chgData name="Gurjot Singh" userId="83e15f0a-3691-4b13-a248-ec4d83812968" providerId="ADAL" clId="{2CE4707E-236F-4159-A21A-B5D68036E123}" dt="2026-03-20T14:50:07.611" v="1462" actId="47"/>
        <pc:sldMkLst>
          <pc:docMk/>
          <pc:sldMk cId="1387973329" sldId="337"/>
        </pc:sldMkLst>
      </pc:sldChg>
      <pc:sldChg chg="modSp add mod ord">
        <pc:chgData name="Gurjot Singh" userId="83e15f0a-3691-4b13-a248-ec4d83812968" providerId="ADAL" clId="{2CE4707E-236F-4159-A21A-B5D68036E123}" dt="2026-03-20T16:41:01.712" v="1579" actId="20577"/>
        <pc:sldMkLst>
          <pc:docMk/>
          <pc:sldMk cId="2195206956" sldId="337"/>
        </pc:sldMkLst>
        <pc:spChg chg="mod">
          <ac:chgData name="Gurjot Singh" userId="83e15f0a-3691-4b13-a248-ec4d83812968" providerId="ADAL" clId="{2CE4707E-236F-4159-A21A-B5D68036E123}" dt="2026-03-20T16:41:01.712" v="1579" actId="20577"/>
          <ac:spMkLst>
            <pc:docMk/>
            <pc:sldMk cId="2195206956" sldId="337"/>
            <ac:spMk id="374" creationId="{9F742C17-2A8F-B443-78B5-333322D0477F}"/>
          </ac:spMkLst>
        </pc:spChg>
        <pc:spChg chg="mod">
          <ac:chgData name="Gurjot Singh" userId="83e15f0a-3691-4b13-a248-ec4d83812968" providerId="ADAL" clId="{2CE4707E-236F-4159-A21A-B5D68036E123}" dt="2026-03-20T16:40:52.052" v="1548" actId="20577"/>
          <ac:spMkLst>
            <pc:docMk/>
            <pc:sldMk cId="2195206956" sldId="337"/>
            <ac:spMk id="375" creationId="{81D27621-E354-450D-FEA5-83AC483C03B5}"/>
          </ac:spMkLst>
        </pc:spChg>
      </pc:sldChg>
      <pc:sldChg chg="addSp add mod">
        <pc:chgData name="Gurjot Singh" userId="83e15f0a-3691-4b13-a248-ec4d83812968" providerId="ADAL" clId="{2CE4707E-236F-4159-A21A-B5D68036E123}" dt="2026-03-20T16:42:45.666" v="1587" actId="22"/>
        <pc:sldMkLst>
          <pc:docMk/>
          <pc:sldMk cId="1284129632" sldId="338"/>
        </pc:sldMkLst>
        <pc:picChg chg="add">
          <ac:chgData name="Gurjot Singh" userId="83e15f0a-3691-4b13-a248-ec4d83812968" providerId="ADAL" clId="{2CE4707E-236F-4159-A21A-B5D68036E123}" dt="2026-03-20T16:42:45.666" v="1587" actId="22"/>
          <ac:picMkLst>
            <pc:docMk/>
            <pc:sldMk cId="1284129632" sldId="338"/>
            <ac:picMk id="3" creationId="{B822DF03-AC58-4CA4-33D5-644584FFECBB}"/>
          </ac:picMkLst>
        </pc:picChg>
      </pc:sldChg>
      <pc:sldChg chg="addSp add del mod">
        <pc:chgData name="Gurjot Singh" userId="83e15f0a-3691-4b13-a248-ec4d83812968" providerId="ADAL" clId="{2CE4707E-236F-4159-A21A-B5D68036E123}" dt="2026-03-20T14:50:07.611" v="1462" actId="47"/>
        <pc:sldMkLst>
          <pc:docMk/>
          <pc:sldMk cId="2633330523" sldId="338"/>
        </pc:sldMkLst>
      </pc:sldChg>
      <pc:sldChg chg="addSp add mod">
        <pc:chgData name="Gurjot Singh" userId="83e15f0a-3691-4b13-a248-ec4d83812968" providerId="ADAL" clId="{2CE4707E-236F-4159-A21A-B5D68036E123}" dt="2026-03-20T16:44:55.068" v="1588" actId="22"/>
        <pc:sldMkLst>
          <pc:docMk/>
          <pc:sldMk cId="1047887561" sldId="339"/>
        </pc:sldMkLst>
        <pc:picChg chg="add">
          <ac:chgData name="Gurjot Singh" userId="83e15f0a-3691-4b13-a248-ec4d83812968" providerId="ADAL" clId="{2CE4707E-236F-4159-A21A-B5D68036E123}" dt="2026-03-20T16:44:55.068" v="1588" actId="22"/>
          <ac:picMkLst>
            <pc:docMk/>
            <pc:sldMk cId="1047887561" sldId="339"/>
            <ac:picMk id="3" creationId="{F7067F56-CF92-5ED7-43B7-B2DCEF53811D}"/>
          </ac:picMkLst>
        </pc:picChg>
      </pc:sldChg>
      <pc:sldChg chg="addSp add del mod ord">
        <pc:chgData name="Gurjot Singh" userId="83e15f0a-3691-4b13-a248-ec4d83812968" providerId="ADAL" clId="{2CE4707E-236F-4159-A21A-B5D68036E123}" dt="2026-03-20T14:50:07.611" v="1462" actId="47"/>
        <pc:sldMkLst>
          <pc:docMk/>
          <pc:sldMk cId="3361410507" sldId="339"/>
        </pc:sldMkLst>
      </pc:sldChg>
      <pc:sldChg chg="addSp add mod">
        <pc:chgData name="Gurjot Singh" userId="83e15f0a-3691-4b13-a248-ec4d83812968" providerId="ADAL" clId="{2CE4707E-236F-4159-A21A-B5D68036E123}" dt="2026-03-20T16:46:52.890" v="1589" actId="22"/>
        <pc:sldMkLst>
          <pc:docMk/>
          <pc:sldMk cId="1238064437" sldId="340"/>
        </pc:sldMkLst>
        <pc:picChg chg="add">
          <ac:chgData name="Gurjot Singh" userId="83e15f0a-3691-4b13-a248-ec4d83812968" providerId="ADAL" clId="{2CE4707E-236F-4159-A21A-B5D68036E123}" dt="2026-03-20T16:46:52.890" v="1589" actId="22"/>
          <ac:picMkLst>
            <pc:docMk/>
            <pc:sldMk cId="1238064437" sldId="340"/>
            <ac:picMk id="3" creationId="{E6DE2A4A-A1F7-9F6C-0301-3BFA35CA5E79}"/>
          </ac:picMkLst>
        </pc:picChg>
      </pc:sldChg>
      <pc:sldChg chg="addSp add del mod">
        <pc:chgData name="Gurjot Singh" userId="83e15f0a-3691-4b13-a248-ec4d83812968" providerId="ADAL" clId="{2CE4707E-236F-4159-A21A-B5D68036E123}" dt="2026-03-20T14:50:07.611" v="1462" actId="47"/>
        <pc:sldMkLst>
          <pc:docMk/>
          <pc:sldMk cId="1582483939" sldId="340"/>
        </pc:sldMkLst>
      </pc:sldChg>
      <pc:sldChg chg="addSp modSp add del mod">
        <pc:chgData name="Gurjot Singh" userId="83e15f0a-3691-4b13-a248-ec4d83812968" providerId="ADAL" clId="{2CE4707E-236F-4159-A21A-B5D68036E123}" dt="2026-03-20T14:50:07.611" v="1462" actId="47"/>
        <pc:sldMkLst>
          <pc:docMk/>
          <pc:sldMk cId="366724142" sldId="341"/>
        </pc:sldMkLst>
      </pc:sldChg>
      <pc:sldChg chg="add del">
        <pc:chgData name="Gurjot Singh" userId="83e15f0a-3691-4b13-a248-ec4d83812968" providerId="ADAL" clId="{2CE4707E-236F-4159-A21A-B5D68036E123}" dt="2026-03-20T16:46:56.194" v="1590" actId="47"/>
        <pc:sldMkLst>
          <pc:docMk/>
          <pc:sldMk cId="2632016941" sldId="341"/>
        </pc:sldMkLst>
      </pc:sldChg>
      <pc:sldChg chg="add del">
        <pc:chgData name="Gurjot Singh" userId="83e15f0a-3691-4b13-a248-ec4d83812968" providerId="ADAL" clId="{2CE4707E-236F-4159-A21A-B5D68036E123}" dt="2026-03-20T16:46:58.270" v="1591" actId="47"/>
        <pc:sldMkLst>
          <pc:docMk/>
          <pc:sldMk cId="2472902722" sldId="342"/>
        </pc:sldMkLst>
      </pc:sldChg>
      <pc:sldChg chg="addSp add del mod">
        <pc:chgData name="Gurjot Singh" userId="83e15f0a-3691-4b13-a248-ec4d83812968" providerId="ADAL" clId="{2CE4707E-236F-4159-A21A-B5D68036E123}" dt="2026-03-20T14:50:07.611" v="1462" actId="47"/>
        <pc:sldMkLst>
          <pc:docMk/>
          <pc:sldMk cId="3362022004" sldId="342"/>
        </pc:sldMkLst>
      </pc:sldChg>
      <pc:sldChg chg="addSp add del mod">
        <pc:chgData name="Gurjot Singh" userId="83e15f0a-3691-4b13-a248-ec4d83812968" providerId="ADAL" clId="{2CE4707E-236F-4159-A21A-B5D68036E123}" dt="2026-03-20T14:50:07.611" v="1462" actId="47"/>
        <pc:sldMkLst>
          <pc:docMk/>
          <pc:sldMk cId="2098684055" sldId="343"/>
        </pc:sldMkLst>
      </pc:sldChg>
      <pc:sldChg chg="addSp add del mod">
        <pc:chgData name="Gurjot Singh" userId="83e15f0a-3691-4b13-a248-ec4d83812968" providerId="ADAL" clId="{2CE4707E-236F-4159-A21A-B5D68036E123}" dt="2026-03-20T14:50:07.611" v="1462" actId="47"/>
        <pc:sldMkLst>
          <pc:docMk/>
          <pc:sldMk cId="1727489" sldId="344"/>
        </pc:sldMkLst>
      </pc:sldChg>
      <pc:sldChg chg="addSp add del mod">
        <pc:chgData name="Gurjot Singh" userId="83e15f0a-3691-4b13-a248-ec4d83812968" providerId="ADAL" clId="{2CE4707E-236F-4159-A21A-B5D68036E123}" dt="2026-03-20T14:50:07.611" v="1462" actId="47"/>
        <pc:sldMkLst>
          <pc:docMk/>
          <pc:sldMk cId="928183683" sldId="345"/>
        </pc:sldMkLst>
      </pc:sldChg>
      <pc:sldChg chg="addSp add del mod">
        <pc:chgData name="Gurjot Singh" userId="83e15f0a-3691-4b13-a248-ec4d83812968" providerId="ADAL" clId="{2CE4707E-236F-4159-A21A-B5D68036E123}" dt="2026-03-20T14:50:07.611" v="1462" actId="47"/>
        <pc:sldMkLst>
          <pc:docMk/>
          <pc:sldMk cId="3280687756" sldId="346"/>
        </pc:sldMkLst>
      </pc:sldChg>
      <pc:sldChg chg="addSp add del mod">
        <pc:chgData name="Gurjot Singh" userId="83e15f0a-3691-4b13-a248-ec4d83812968" providerId="ADAL" clId="{2CE4707E-236F-4159-A21A-B5D68036E123}" dt="2026-03-20T14:50:07.611" v="1462" actId="47"/>
        <pc:sldMkLst>
          <pc:docMk/>
          <pc:sldMk cId="71848152" sldId="347"/>
        </pc:sldMkLst>
      </pc:sldChg>
      <pc:sldChg chg="addSp add del mod">
        <pc:chgData name="Gurjot Singh" userId="83e15f0a-3691-4b13-a248-ec4d83812968" providerId="ADAL" clId="{2CE4707E-236F-4159-A21A-B5D68036E123}" dt="2026-03-20T14:50:07.611" v="1462" actId="47"/>
        <pc:sldMkLst>
          <pc:docMk/>
          <pc:sldMk cId="4192001319" sldId="350"/>
        </pc:sldMkLst>
      </pc:sldChg>
      <pc:sldChg chg="addSp add del mod">
        <pc:chgData name="Gurjot Singh" userId="83e15f0a-3691-4b13-a248-ec4d83812968" providerId="ADAL" clId="{2CE4707E-236F-4159-A21A-B5D68036E123}" dt="2026-03-20T14:50:07.611" v="1462" actId="47"/>
        <pc:sldMkLst>
          <pc:docMk/>
          <pc:sldMk cId="2843897406" sldId="351"/>
        </pc:sldMkLst>
      </pc:sldChg>
      <pc:sldChg chg="addSp add del mod">
        <pc:chgData name="Gurjot Singh" userId="83e15f0a-3691-4b13-a248-ec4d83812968" providerId="ADAL" clId="{2CE4707E-236F-4159-A21A-B5D68036E123}" dt="2026-03-20T14:50:07.611" v="1462" actId="47"/>
        <pc:sldMkLst>
          <pc:docMk/>
          <pc:sldMk cId="3885773146" sldId="352"/>
        </pc:sldMkLst>
      </pc:sldChg>
      <pc:sldChg chg="addSp add del mod">
        <pc:chgData name="Gurjot Singh" userId="83e15f0a-3691-4b13-a248-ec4d83812968" providerId="ADAL" clId="{2CE4707E-236F-4159-A21A-B5D68036E123}" dt="2026-03-20T14:50:07.611" v="1462" actId="47"/>
        <pc:sldMkLst>
          <pc:docMk/>
          <pc:sldMk cId="4074634634" sldId="353"/>
        </pc:sldMkLst>
      </pc:sldChg>
      <pc:sldChg chg="addSp add del mod">
        <pc:chgData name="Gurjot Singh" userId="83e15f0a-3691-4b13-a248-ec4d83812968" providerId="ADAL" clId="{2CE4707E-236F-4159-A21A-B5D68036E123}" dt="2026-03-20T14:50:07.611" v="1462" actId="47"/>
        <pc:sldMkLst>
          <pc:docMk/>
          <pc:sldMk cId="2509656684" sldId="354"/>
        </pc:sldMkLst>
      </pc:sldChg>
      <pc:sldChg chg="addSp add del mod">
        <pc:chgData name="Gurjot Singh" userId="83e15f0a-3691-4b13-a248-ec4d83812968" providerId="ADAL" clId="{2CE4707E-236F-4159-A21A-B5D68036E123}" dt="2026-03-20T14:50:07.611" v="1462" actId="47"/>
        <pc:sldMkLst>
          <pc:docMk/>
          <pc:sldMk cId="3348122326" sldId="355"/>
        </pc:sldMkLst>
      </pc:sldChg>
      <pc:sldChg chg="modSp add del mod ord">
        <pc:chgData name="Gurjot Singh" userId="83e15f0a-3691-4b13-a248-ec4d83812968" providerId="ADAL" clId="{2CE4707E-236F-4159-A21A-B5D68036E123}" dt="2026-03-20T14:50:07.611" v="1462" actId="47"/>
        <pc:sldMkLst>
          <pc:docMk/>
          <pc:sldMk cId="1164196003" sldId="358"/>
        </pc:sldMkLst>
      </pc:sldChg>
      <pc:sldChg chg="modSp add del mod ord">
        <pc:chgData name="Gurjot Singh" userId="83e15f0a-3691-4b13-a248-ec4d83812968" providerId="ADAL" clId="{2CE4707E-236F-4159-A21A-B5D68036E123}" dt="2026-03-20T14:50:07.611" v="1462" actId="47"/>
        <pc:sldMkLst>
          <pc:docMk/>
          <pc:sldMk cId="653756439" sldId="359"/>
        </pc:sldMkLst>
      </pc:sldChg>
      <pc:sldChg chg="modSp add del mod ord">
        <pc:chgData name="Gurjot Singh" userId="83e15f0a-3691-4b13-a248-ec4d83812968" providerId="ADAL" clId="{2CE4707E-236F-4159-A21A-B5D68036E123}" dt="2026-03-20T14:50:07.611" v="1462" actId="47"/>
        <pc:sldMkLst>
          <pc:docMk/>
          <pc:sldMk cId="3014608402" sldId="360"/>
        </pc:sldMkLst>
      </pc:sldChg>
      <pc:sldMasterChg chg="delSldLayout">
        <pc:chgData name="Gurjot Singh" userId="83e15f0a-3691-4b13-a248-ec4d83812968" providerId="ADAL" clId="{2CE4707E-236F-4159-A21A-B5D68036E123}" dt="2026-03-13T16:47:28.098" v="1459" actId="47"/>
        <pc:sldMasterMkLst>
          <pc:docMk/>
          <pc:sldMasterMk cId="0" sldId="2147483672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8b872573b1_0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8b872573b1_0_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>
          <a:extLst>
            <a:ext uri="{FF2B5EF4-FFF2-40B4-BE49-F238E27FC236}">
              <a16:creationId xmlns:a16="http://schemas.microsoft.com/office/drawing/2014/main" id="{E8709DDB-B5DB-0E0F-F656-9967F9172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8b872573b1_0_185:notes">
            <a:extLst>
              <a:ext uri="{FF2B5EF4-FFF2-40B4-BE49-F238E27FC236}">
                <a16:creationId xmlns:a16="http://schemas.microsoft.com/office/drawing/2014/main" id="{04B3F850-7508-0790-DCF1-1ABE5E96A8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8b872573b1_0_185:notes">
            <a:extLst>
              <a:ext uri="{FF2B5EF4-FFF2-40B4-BE49-F238E27FC236}">
                <a16:creationId xmlns:a16="http://schemas.microsoft.com/office/drawing/2014/main" id="{64D2AE75-2DBB-D295-F48F-9A41DF0D58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905484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g8d4cbd36da_4_316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6" name="Google Shape;896;g8d4cbd36da_4_316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7362284" y="1723643"/>
            <a:ext cx="1781706" cy="3419867"/>
            <a:chOff x="7397009" y="1731193"/>
            <a:chExt cx="1781706" cy="3419867"/>
          </a:xfrm>
        </p:grpSpPr>
        <p:sp>
          <p:nvSpPr>
            <p:cNvPr id="10" name="Google Shape;10;p2"/>
            <p:cNvSpPr/>
            <p:nvPr/>
          </p:nvSpPr>
          <p:spPr>
            <a:xfrm>
              <a:off x="7858529" y="1731193"/>
              <a:ext cx="1320185" cy="132176"/>
            </a:xfrm>
            <a:custGeom>
              <a:avLst/>
              <a:gdLst/>
              <a:ahLst/>
              <a:cxnLst/>
              <a:rect l="l" t="t" r="r" b="b"/>
              <a:pathLst>
                <a:path w="19277" h="1930" extrusionOk="0">
                  <a:moveTo>
                    <a:pt x="1" y="1"/>
                  </a:moveTo>
                  <a:lnTo>
                    <a:pt x="1" y="1930"/>
                  </a:lnTo>
                  <a:lnTo>
                    <a:pt x="19277" y="1930"/>
                  </a:lnTo>
                  <a:lnTo>
                    <a:pt x="19277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7784360" y="1950550"/>
              <a:ext cx="865993" cy="132176"/>
            </a:xfrm>
            <a:custGeom>
              <a:avLst/>
              <a:gdLst/>
              <a:ahLst/>
              <a:cxnLst/>
              <a:rect l="l" t="t" r="r" b="b"/>
              <a:pathLst>
                <a:path w="12645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12645" y="1929"/>
                  </a:lnTo>
                  <a:lnTo>
                    <a:pt x="1264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8855808" y="1950550"/>
              <a:ext cx="322907" cy="132176"/>
            </a:xfrm>
            <a:custGeom>
              <a:avLst/>
              <a:gdLst/>
              <a:ahLst/>
              <a:cxnLst/>
              <a:rect l="l" t="t" r="r" b="b"/>
              <a:pathLst>
                <a:path w="4715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445651" y="2169086"/>
              <a:ext cx="733063" cy="132998"/>
            </a:xfrm>
            <a:custGeom>
              <a:avLst/>
              <a:gdLst/>
              <a:ahLst/>
              <a:cxnLst/>
              <a:rect l="l" t="t" r="r" b="b"/>
              <a:pathLst>
                <a:path w="10704" h="1942" extrusionOk="0">
                  <a:moveTo>
                    <a:pt x="0" y="0"/>
                  </a:moveTo>
                  <a:lnTo>
                    <a:pt x="0" y="1941"/>
                  </a:lnTo>
                  <a:lnTo>
                    <a:pt x="10704" y="1941"/>
                  </a:lnTo>
                  <a:lnTo>
                    <a:pt x="10704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8738356" y="2388443"/>
              <a:ext cx="440359" cy="132929"/>
            </a:xfrm>
            <a:custGeom>
              <a:avLst/>
              <a:gdLst/>
              <a:ahLst/>
              <a:cxnLst/>
              <a:rect l="l" t="t" r="r" b="b"/>
              <a:pathLst>
                <a:path w="6430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6430" y="1941"/>
                  </a:lnTo>
                  <a:lnTo>
                    <a:pt x="6430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7990637" y="2388443"/>
              <a:ext cx="597737" cy="132929"/>
            </a:xfrm>
            <a:custGeom>
              <a:avLst/>
              <a:gdLst/>
              <a:ahLst/>
              <a:cxnLst/>
              <a:rect l="l" t="t" r="r" b="b"/>
              <a:pathLst>
                <a:path w="8728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8728" y="1941"/>
                  </a:lnTo>
                  <a:lnTo>
                    <a:pt x="8728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7683208" y="2607801"/>
              <a:ext cx="1495507" cy="132108"/>
            </a:xfrm>
            <a:custGeom>
              <a:avLst/>
              <a:gdLst/>
              <a:ahLst/>
              <a:cxnLst/>
              <a:rect l="l" t="t" r="r" b="b"/>
              <a:pathLst>
                <a:path w="21837" h="1929" extrusionOk="0">
                  <a:moveTo>
                    <a:pt x="1" y="0"/>
                  </a:moveTo>
                  <a:lnTo>
                    <a:pt x="1" y="1929"/>
                  </a:lnTo>
                  <a:lnTo>
                    <a:pt x="21837" y="1929"/>
                  </a:lnTo>
                  <a:lnTo>
                    <a:pt x="2183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298888" y="2827090"/>
              <a:ext cx="879827" cy="132176"/>
            </a:xfrm>
            <a:custGeom>
              <a:avLst/>
              <a:gdLst/>
              <a:ahLst/>
              <a:cxnLst/>
              <a:rect l="l" t="t" r="r" b="b"/>
              <a:pathLst>
                <a:path w="12847" h="1930" extrusionOk="0">
                  <a:moveTo>
                    <a:pt x="0" y="1"/>
                  </a:moveTo>
                  <a:lnTo>
                    <a:pt x="0" y="1930"/>
                  </a:lnTo>
                  <a:lnTo>
                    <a:pt x="12847" y="1930"/>
                  </a:lnTo>
                  <a:lnTo>
                    <a:pt x="12847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855808" y="3046447"/>
              <a:ext cx="322907" cy="132176"/>
            </a:xfrm>
            <a:custGeom>
              <a:avLst/>
              <a:gdLst/>
              <a:ahLst/>
              <a:cxnLst/>
              <a:rect l="l" t="t" r="r" b="b"/>
              <a:pathLst>
                <a:path w="4715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7784360" y="2169086"/>
              <a:ext cx="499050" cy="132998"/>
            </a:xfrm>
            <a:custGeom>
              <a:avLst/>
              <a:gdLst/>
              <a:ahLst/>
              <a:cxnLst/>
              <a:rect l="l" t="t" r="r" b="b"/>
              <a:pathLst>
                <a:path w="7287" h="1942" extrusionOk="0">
                  <a:moveTo>
                    <a:pt x="0" y="0"/>
                  </a:moveTo>
                  <a:lnTo>
                    <a:pt x="0" y="1941"/>
                  </a:lnTo>
                  <a:lnTo>
                    <a:pt x="7287" y="1941"/>
                  </a:lnTo>
                  <a:lnTo>
                    <a:pt x="728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8020017" y="4142344"/>
              <a:ext cx="322975" cy="132176"/>
            </a:xfrm>
            <a:custGeom>
              <a:avLst/>
              <a:gdLst/>
              <a:ahLst/>
              <a:cxnLst/>
              <a:rect l="l" t="t" r="r" b="b"/>
              <a:pathLst>
                <a:path w="4716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7521789" y="4142344"/>
              <a:ext cx="322153" cy="132176"/>
            </a:xfrm>
            <a:custGeom>
              <a:avLst/>
              <a:gdLst/>
              <a:ahLst/>
              <a:cxnLst/>
              <a:rect l="l" t="t" r="r" b="b"/>
              <a:pathLst>
                <a:path w="4704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03" y="1929"/>
                  </a:lnTo>
                  <a:lnTo>
                    <a:pt x="47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8152056" y="3264983"/>
              <a:ext cx="1026659" cy="132998"/>
            </a:xfrm>
            <a:custGeom>
              <a:avLst/>
              <a:gdLst/>
              <a:ahLst/>
              <a:cxnLst/>
              <a:rect l="l" t="t" r="r" b="b"/>
              <a:pathLst>
                <a:path w="14991" h="1942" extrusionOk="0">
                  <a:moveTo>
                    <a:pt x="1" y="0"/>
                  </a:moveTo>
                  <a:lnTo>
                    <a:pt x="1" y="1941"/>
                  </a:lnTo>
                  <a:lnTo>
                    <a:pt x="14991" y="1941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784360" y="3484340"/>
              <a:ext cx="807301" cy="132929"/>
            </a:xfrm>
            <a:custGeom>
              <a:avLst/>
              <a:gdLst/>
              <a:ahLst/>
              <a:cxnLst/>
              <a:rect l="l" t="t" r="r" b="b"/>
              <a:pathLst>
                <a:path w="11788" h="1941" extrusionOk="0">
                  <a:moveTo>
                    <a:pt x="0" y="0"/>
                  </a:moveTo>
                  <a:lnTo>
                    <a:pt x="0" y="1941"/>
                  </a:lnTo>
                  <a:lnTo>
                    <a:pt x="11787" y="1941"/>
                  </a:lnTo>
                  <a:lnTo>
                    <a:pt x="1178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8738356" y="3484340"/>
              <a:ext cx="440359" cy="132929"/>
            </a:xfrm>
            <a:custGeom>
              <a:avLst/>
              <a:gdLst/>
              <a:ahLst/>
              <a:cxnLst/>
              <a:rect l="l" t="t" r="r" b="b"/>
              <a:pathLst>
                <a:path w="6430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6430" y="1941"/>
                  </a:lnTo>
                  <a:lnTo>
                    <a:pt x="6430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7931945" y="3046447"/>
              <a:ext cx="733063" cy="132176"/>
            </a:xfrm>
            <a:custGeom>
              <a:avLst/>
              <a:gdLst/>
              <a:ahLst/>
              <a:cxnLst/>
              <a:rect l="l" t="t" r="r" b="b"/>
              <a:pathLst>
                <a:path w="10704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8445651" y="3703698"/>
              <a:ext cx="733063" cy="132108"/>
            </a:xfrm>
            <a:custGeom>
              <a:avLst/>
              <a:gdLst/>
              <a:ahLst/>
              <a:cxnLst/>
              <a:rect l="l" t="t" r="r" b="b"/>
              <a:pathLst>
                <a:path w="10704" h="1929" extrusionOk="0">
                  <a:moveTo>
                    <a:pt x="0" y="0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8855808" y="3922987"/>
              <a:ext cx="322907" cy="132176"/>
            </a:xfrm>
            <a:custGeom>
              <a:avLst/>
              <a:gdLst/>
              <a:ahLst/>
              <a:cxnLst/>
              <a:rect l="l" t="t" r="r" b="b"/>
              <a:pathLst>
                <a:path w="4715" h="1930" extrusionOk="0">
                  <a:moveTo>
                    <a:pt x="0" y="1"/>
                  </a:moveTo>
                  <a:lnTo>
                    <a:pt x="0" y="1930"/>
                  </a:lnTo>
                  <a:lnTo>
                    <a:pt x="4715" y="1930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990637" y="3703698"/>
              <a:ext cx="322975" cy="132108"/>
            </a:xfrm>
            <a:custGeom>
              <a:avLst/>
              <a:gdLst/>
              <a:ahLst/>
              <a:cxnLst/>
              <a:rect l="l" t="t" r="r" b="b"/>
              <a:pathLst>
                <a:path w="4716" h="1929" extrusionOk="0">
                  <a:moveTo>
                    <a:pt x="1" y="0"/>
                  </a:moveTo>
                  <a:lnTo>
                    <a:pt x="1" y="1929"/>
                  </a:lnTo>
                  <a:lnTo>
                    <a:pt x="4715" y="1929"/>
                  </a:lnTo>
                  <a:lnTo>
                    <a:pt x="4715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8445651" y="4142344"/>
              <a:ext cx="733063" cy="132176"/>
            </a:xfrm>
            <a:custGeom>
              <a:avLst/>
              <a:gdLst/>
              <a:ahLst/>
              <a:cxnLst/>
              <a:rect l="l" t="t" r="r" b="b"/>
              <a:pathLst>
                <a:path w="10704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7858529" y="3922987"/>
              <a:ext cx="862774" cy="132176"/>
            </a:xfrm>
            <a:custGeom>
              <a:avLst/>
              <a:gdLst/>
              <a:ahLst/>
              <a:cxnLst/>
              <a:rect l="l" t="t" r="r" b="b"/>
              <a:pathLst>
                <a:path w="12598" h="1930" extrusionOk="0">
                  <a:moveTo>
                    <a:pt x="1" y="1"/>
                  </a:moveTo>
                  <a:lnTo>
                    <a:pt x="1" y="1930"/>
                  </a:lnTo>
                  <a:lnTo>
                    <a:pt x="12598" y="1930"/>
                  </a:lnTo>
                  <a:lnTo>
                    <a:pt x="1259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7683208" y="4361702"/>
              <a:ext cx="1495507" cy="132176"/>
            </a:xfrm>
            <a:custGeom>
              <a:avLst/>
              <a:gdLst/>
              <a:ahLst/>
              <a:cxnLst/>
              <a:rect l="l" t="t" r="r" b="b"/>
              <a:pathLst>
                <a:path w="21837" h="1930" extrusionOk="0">
                  <a:moveTo>
                    <a:pt x="1" y="0"/>
                  </a:moveTo>
                  <a:lnTo>
                    <a:pt x="1" y="1929"/>
                  </a:lnTo>
                  <a:lnTo>
                    <a:pt x="21837" y="1929"/>
                  </a:lnTo>
                  <a:lnTo>
                    <a:pt x="2183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8767736" y="4580237"/>
              <a:ext cx="410978" cy="132929"/>
            </a:xfrm>
            <a:custGeom>
              <a:avLst/>
              <a:gdLst/>
              <a:ahLst/>
              <a:cxnLst/>
              <a:rect l="l" t="t" r="r" b="b"/>
              <a:pathLst>
                <a:path w="6001" h="1941" extrusionOk="0">
                  <a:moveTo>
                    <a:pt x="0" y="0"/>
                  </a:moveTo>
                  <a:lnTo>
                    <a:pt x="0" y="1941"/>
                  </a:lnTo>
                  <a:lnTo>
                    <a:pt x="6001" y="1941"/>
                  </a:lnTo>
                  <a:lnTo>
                    <a:pt x="6001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7814494" y="4580237"/>
              <a:ext cx="773880" cy="132929"/>
            </a:xfrm>
            <a:custGeom>
              <a:avLst/>
              <a:gdLst/>
              <a:ahLst/>
              <a:cxnLst/>
              <a:rect l="l" t="t" r="r" b="b"/>
              <a:pathLst>
                <a:path w="11300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11300" y="1941"/>
                  </a:lnTo>
                  <a:lnTo>
                    <a:pt x="11300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7397009" y="4799526"/>
              <a:ext cx="833394" cy="132998"/>
            </a:xfrm>
            <a:custGeom>
              <a:avLst/>
              <a:gdLst/>
              <a:ahLst/>
              <a:cxnLst/>
              <a:rect l="l" t="t" r="r" b="b"/>
              <a:pathLst>
                <a:path w="12169" h="1942" extrusionOk="0">
                  <a:moveTo>
                    <a:pt x="1" y="1"/>
                  </a:moveTo>
                  <a:lnTo>
                    <a:pt x="1" y="1942"/>
                  </a:lnTo>
                  <a:lnTo>
                    <a:pt x="12169" y="1942"/>
                  </a:lnTo>
                  <a:lnTo>
                    <a:pt x="12169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8382851" y="4799526"/>
              <a:ext cx="795864" cy="132998"/>
            </a:xfrm>
            <a:custGeom>
              <a:avLst/>
              <a:gdLst/>
              <a:ahLst/>
              <a:cxnLst/>
              <a:rect l="l" t="t" r="r" b="b"/>
              <a:pathLst>
                <a:path w="11621" h="1942" extrusionOk="0">
                  <a:moveTo>
                    <a:pt x="0" y="1"/>
                  </a:moveTo>
                  <a:lnTo>
                    <a:pt x="0" y="1942"/>
                  </a:lnTo>
                  <a:lnTo>
                    <a:pt x="11621" y="1942"/>
                  </a:lnTo>
                  <a:lnTo>
                    <a:pt x="1162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8064053" y="5018884"/>
              <a:ext cx="1114662" cy="132176"/>
            </a:xfrm>
            <a:custGeom>
              <a:avLst/>
              <a:gdLst/>
              <a:ahLst/>
              <a:cxnLst/>
              <a:rect l="l" t="t" r="r" b="b"/>
              <a:pathLst>
                <a:path w="16276" h="1930" extrusionOk="0">
                  <a:moveTo>
                    <a:pt x="0" y="1"/>
                  </a:moveTo>
                  <a:lnTo>
                    <a:pt x="0" y="1930"/>
                  </a:lnTo>
                  <a:lnTo>
                    <a:pt x="16276" y="1930"/>
                  </a:lnTo>
                  <a:lnTo>
                    <a:pt x="16276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" name="Google Shape;37;p2"/>
          <p:cNvSpPr/>
          <p:nvPr/>
        </p:nvSpPr>
        <p:spPr>
          <a:xfrm>
            <a:off x="1962382" y="0"/>
            <a:ext cx="2721868" cy="387420"/>
          </a:xfrm>
          <a:custGeom>
            <a:avLst/>
            <a:gdLst/>
            <a:ahLst/>
            <a:cxnLst/>
            <a:rect l="l" t="t" r="r" b="b"/>
            <a:pathLst>
              <a:path w="39744" h="5657" extrusionOk="0">
                <a:moveTo>
                  <a:pt x="1" y="1"/>
                </a:moveTo>
                <a:lnTo>
                  <a:pt x="1" y="5656"/>
                </a:lnTo>
                <a:lnTo>
                  <a:pt x="39744" y="5656"/>
                </a:lnTo>
                <a:lnTo>
                  <a:pt x="3974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873813" y="0"/>
            <a:ext cx="664647" cy="387420"/>
          </a:xfrm>
          <a:custGeom>
            <a:avLst/>
            <a:gdLst/>
            <a:ahLst/>
            <a:cxnLst/>
            <a:rect l="l" t="t" r="r" b="b"/>
            <a:pathLst>
              <a:path w="9705" h="5657" extrusionOk="0">
                <a:moveTo>
                  <a:pt x="1" y="1"/>
                </a:moveTo>
                <a:lnTo>
                  <a:pt x="1" y="5656"/>
                </a:lnTo>
                <a:lnTo>
                  <a:pt x="9704" y="5656"/>
                </a:lnTo>
                <a:lnTo>
                  <a:pt x="970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1049134" y="938616"/>
            <a:ext cx="212098" cy="385776"/>
          </a:xfrm>
          <a:custGeom>
            <a:avLst/>
            <a:gdLst/>
            <a:ahLst/>
            <a:cxnLst/>
            <a:rect l="l" t="t" r="r" b="b"/>
            <a:pathLst>
              <a:path w="3097" h="5633" extrusionOk="0">
                <a:moveTo>
                  <a:pt x="2239" y="1"/>
                </a:moveTo>
                <a:lnTo>
                  <a:pt x="1" y="5275"/>
                </a:lnTo>
                <a:lnTo>
                  <a:pt x="846" y="5633"/>
                </a:lnTo>
                <a:lnTo>
                  <a:pt x="3096" y="370"/>
                </a:lnTo>
                <a:lnTo>
                  <a:pt x="223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873813" y="1008745"/>
            <a:ext cx="167240" cy="245519"/>
          </a:xfrm>
          <a:custGeom>
            <a:avLst/>
            <a:gdLst/>
            <a:ahLst/>
            <a:cxnLst/>
            <a:rect l="l" t="t" r="r" b="b"/>
            <a:pathLst>
              <a:path w="2442" h="3585" extrusionOk="0">
                <a:moveTo>
                  <a:pt x="1787" y="1"/>
                </a:moveTo>
                <a:lnTo>
                  <a:pt x="1" y="1787"/>
                </a:lnTo>
                <a:lnTo>
                  <a:pt x="1787" y="3585"/>
                </a:lnTo>
                <a:lnTo>
                  <a:pt x="2442" y="2930"/>
                </a:lnTo>
                <a:lnTo>
                  <a:pt x="1299" y="1787"/>
                </a:lnTo>
                <a:lnTo>
                  <a:pt x="2442" y="656"/>
                </a:lnTo>
                <a:lnTo>
                  <a:pt x="178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1268492" y="1008745"/>
            <a:ext cx="168062" cy="245519"/>
          </a:xfrm>
          <a:custGeom>
            <a:avLst/>
            <a:gdLst/>
            <a:ahLst/>
            <a:cxnLst/>
            <a:rect l="l" t="t" r="r" b="b"/>
            <a:pathLst>
              <a:path w="2454" h="3585" extrusionOk="0">
                <a:moveTo>
                  <a:pt x="655" y="1"/>
                </a:moveTo>
                <a:lnTo>
                  <a:pt x="0" y="656"/>
                </a:lnTo>
                <a:lnTo>
                  <a:pt x="1143" y="1787"/>
                </a:lnTo>
                <a:lnTo>
                  <a:pt x="0" y="2930"/>
                </a:lnTo>
                <a:lnTo>
                  <a:pt x="655" y="3585"/>
                </a:lnTo>
                <a:lnTo>
                  <a:pt x="2453" y="1787"/>
                </a:lnTo>
                <a:lnTo>
                  <a:pt x="655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3516020" y="4983597"/>
            <a:ext cx="1054395" cy="159912"/>
          </a:xfrm>
          <a:custGeom>
            <a:avLst/>
            <a:gdLst/>
            <a:ahLst/>
            <a:cxnLst/>
            <a:rect l="l" t="t" r="r" b="b"/>
            <a:pathLst>
              <a:path w="15396" h="2335" extrusionOk="0">
                <a:moveTo>
                  <a:pt x="1" y="1"/>
                </a:moveTo>
                <a:lnTo>
                  <a:pt x="1" y="2335"/>
                </a:lnTo>
                <a:lnTo>
                  <a:pt x="15395" y="2335"/>
                </a:lnTo>
                <a:lnTo>
                  <a:pt x="15395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1160341" y="4983597"/>
            <a:ext cx="2152689" cy="159912"/>
          </a:xfrm>
          <a:custGeom>
            <a:avLst/>
            <a:gdLst/>
            <a:ahLst/>
            <a:cxnLst/>
            <a:rect l="l" t="t" r="r" b="b"/>
            <a:pathLst>
              <a:path w="31433" h="2335" extrusionOk="0">
                <a:moveTo>
                  <a:pt x="0" y="1"/>
                </a:moveTo>
                <a:lnTo>
                  <a:pt x="0" y="2335"/>
                </a:lnTo>
                <a:lnTo>
                  <a:pt x="31433" y="2335"/>
                </a:lnTo>
                <a:lnTo>
                  <a:pt x="3143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1805333" y="4452017"/>
            <a:ext cx="3750923" cy="160666"/>
          </a:xfrm>
          <a:custGeom>
            <a:avLst/>
            <a:gdLst/>
            <a:ahLst/>
            <a:cxnLst/>
            <a:rect l="l" t="t" r="r" b="b"/>
            <a:pathLst>
              <a:path w="54770" h="2346" extrusionOk="0">
                <a:moveTo>
                  <a:pt x="0" y="0"/>
                </a:moveTo>
                <a:lnTo>
                  <a:pt x="0" y="2346"/>
                </a:lnTo>
                <a:lnTo>
                  <a:pt x="54769" y="2346"/>
                </a:lnTo>
                <a:lnTo>
                  <a:pt x="5476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0" y="4452017"/>
            <a:ext cx="1490645" cy="160666"/>
          </a:xfrm>
          <a:custGeom>
            <a:avLst/>
            <a:gdLst/>
            <a:ahLst/>
            <a:cxnLst/>
            <a:rect l="l" t="t" r="r" b="b"/>
            <a:pathLst>
              <a:path w="21766" h="2346" extrusionOk="0">
                <a:moveTo>
                  <a:pt x="1" y="0"/>
                </a:moveTo>
                <a:lnTo>
                  <a:pt x="1" y="2346"/>
                </a:lnTo>
                <a:lnTo>
                  <a:pt x="21765" y="2346"/>
                </a:lnTo>
                <a:lnTo>
                  <a:pt x="2176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596093" y="4717807"/>
            <a:ext cx="3218453" cy="160734"/>
          </a:xfrm>
          <a:custGeom>
            <a:avLst/>
            <a:gdLst/>
            <a:ahLst/>
            <a:cxnLst/>
            <a:rect l="l" t="t" r="r" b="b"/>
            <a:pathLst>
              <a:path w="46995" h="2347" extrusionOk="0">
                <a:moveTo>
                  <a:pt x="0" y="1"/>
                </a:moveTo>
                <a:lnTo>
                  <a:pt x="0" y="2346"/>
                </a:lnTo>
                <a:lnTo>
                  <a:pt x="46994" y="2346"/>
                </a:lnTo>
                <a:lnTo>
                  <a:pt x="4699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0" y="4717807"/>
            <a:ext cx="364546" cy="160734"/>
          </a:xfrm>
          <a:custGeom>
            <a:avLst/>
            <a:gdLst/>
            <a:ahLst/>
            <a:cxnLst/>
            <a:rect l="l" t="t" r="r" b="b"/>
            <a:pathLst>
              <a:path w="5323" h="2347" extrusionOk="0">
                <a:moveTo>
                  <a:pt x="1" y="1"/>
                </a:moveTo>
                <a:lnTo>
                  <a:pt x="1" y="2346"/>
                </a:lnTo>
                <a:lnTo>
                  <a:pt x="5323" y="2346"/>
                </a:lnTo>
                <a:lnTo>
                  <a:pt x="532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0" y="4983597"/>
            <a:ext cx="828532" cy="159912"/>
          </a:xfrm>
          <a:custGeom>
            <a:avLst/>
            <a:gdLst/>
            <a:ahLst/>
            <a:cxnLst/>
            <a:rect l="l" t="t" r="r" b="b"/>
            <a:pathLst>
              <a:path w="12098" h="2335" extrusionOk="0">
                <a:moveTo>
                  <a:pt x="1" y="1"/>
                </a:moveTo>
                <a:lnTo>
                  <a:pt x="1" y="2335"/>
                </a:lnTo>
                <a:lnTo>
                  <a:pt x="12098" y="2335"/>
                </a:lnTo>
                <a:lnTo>
                  <a:pt x="12098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2"/>
          <p:cNvSpPr txBox="1">
            <a:spLocks noGrp="1"/>
          </p:cNvSpPr>
          <p:nvPr>
            <p:ph type="ctrTitle"/>
          </p:nvPr>
        </p:nvSpPr>
        <p:spPr>
          <a:xfrm>
            <a:off x="718575" y="1369045"/>
            <a:ext cx="8520600" cy="19104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400"/>
              <a:buNone/>
              <a:defRPr sz="7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9pPr>
          </a:lstStyle>
          <a:p>
            <a:endParaRPr/>
          </a:p>
        </p:txBody>
      </p:sp>
      <p:sp>
        <p:nvSpPr>
          <p:cNvPr id="50" name="Google Shape;50;p2"/>
          <p:cNvSpPr txBox="1">
            <a:spLocks noGrp="1"/>
          </p:cNvSpPr>
          <p:nvPr>
            <p:ph type="subTitle" idx="1"/>
          </p:nvPr>
        </p:nvSpPr>
        <p:spPr>
          <a:xfrm>
            <a:off x="769050" y="3396100"/>
            <a:ext cx="8520600" cy="792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!">
  <p:cSld name="CUSTOM_13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"/>
          <p:cNvSpPr/>
          <p:nvPr/>
        </p:nvSpPr>
        <p:spPr>
          <a:xfrm>
            <a:off x="0" y="4357775"/>
            <a:ext cx="6633906" cy="785368"/>
          </a:xfrm>
          <a:custGeom>
            <a:avLst/>
            <a:gdLst/>
            <a:ahLst/>
            <a:cxnLst/>
            <a:rect l="l" t="t" r="r" b="b"/>
            <a:pathLst>
              <a:path w="17241" h="16396" extrusionOk="0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3"/>
          <p:cNvSpPr/>
          <p:nvPr/>
        </p:nvSpPr>
        <p:spPr>
          <a:xfrm>
            <a:off x="8355575" y="4357775"/>
            <a:ext cx="788431" cy="785368"/>
          </a:xfrm>
          <a:custGeom>
            <a:avLst/>
            <a:gdLst/>
            <a:ahLst/>
            <a:cxnLst/>
            <a:rect l="l" t="t" r="r" b="b"/>
            <a:pathLst>
              <a:path w="17241" h="16396" extrusionOk="0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3"/>
          <p:cNvSpPr/>
          <p:nvPr/>
        </p:nvSpPr>
        <p:spPr>
          <a:xfrm>
            <a:off x="1923700" y="0"/>
            <a:ext cx="7220221" cy="2724140"/>
          </a:xfrm>
          <a:custGeom>
            <a:avLst/>
            <a:gdLst/>
            <a:ahLst/>
            <a:cxnLst/>
            <a:rect l="l" t="t" r="r" b="b"/>
            <a:pathLst>
              <a:path w="52686" h="24170" extrusionOk="0">
                <a:moveTo>
                  <a:pt x="1" y="0"/>
                </a:moveTo>
                <a:lnTo>
                  <a:pt x="1" y="24170"/>
                </a:lnTo>
                <a:lnTo>
                  <a:pt x="52686" y="24170"/>
                </a:lnTo>
                <a:lnTo>
                  <a:pt x="52686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3"/>
          <p:cNvSpPr txBox="1">
            <a:spLocks noGrp="1"/>
          </p:cNvSpPr>
          <p:nvPr>
            <p:ph type="title"/>
          </p:nvPr>
        </p:nvSpPr>
        <p:spPr>
          <a:xfrm>
            <a:off x="2951850" y="700250"/>
            <a:ext cx="32403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3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6" name="Google Shape;56;p3"/>
          <p:cNvSpPr txBox="1">
            <a:spLocks noGrp="1"/>
          </p:cNvSpPr>
          <p:nvPr>
            <p:ph type="subTitle" idx="1"/>
          </p:nvPr>
        </p:nvSpPr>
        <p:spPr>
          <a:xfrm>
            <a:off x="2951850" y="1515875"/>
            <a:ext cx="3240300" cy="1208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7" name="Google Shape;57;p3"/>
          <p:cNvSpPr txBox="1"/>
          <p:nvPr/>
        </p:nvSpPr>
        <p:spPr>
          <a:xfrm>
            <a:off x="2510100" y="3306950"/>
            <a:ext cx="4123800" cy="9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CREDITS: This presentation template was created by Slidesgo, incluiding icons by Flaticon, and infographics &amp; images by Freepik.</a:t>
            </a:r>
            <a:endParaRPr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7377200" y="2089950"/>
            <a:ext cx="1766704" cy="35685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357025" y="2089950"/>
            <a:ext cx="2071751" cy="35685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6810278" y="1500450"/>
            <a:ext cx="1104154" cy="356872"/>
          </a:xfrm>
          <a:custGeom>
            <a:avLst/>
            <a:gdLst/>
            <a:ahLst/>
            <a:cxnLst/>
            <a:rect l="l" t="t" r="r" b="b"/>
            <a:pathLst>
              <a:path w="18027" h="2775" extrusionOk="0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6896029" y="2679300"/>
            <a:ext cx="2247805" cy="355450"/>
          </a:xfrm>
          <a:custGeom>
            <a:avLst/>
            <a:gdLst/>
            <a:ahLst/>
            <a:cxnLst/>
            <a:rect l="l" t="t" r="r" b="b"/>
            <a:pathLst>
              <a:path w="12872" h="2764" extrusionOk="0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8105579" y="1500450"/>
            <a:ext cx="1038298" cy="356872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564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6739789" y="3268775"/>
            <a:ext cx="1104128" cy="355450"/>
          </a:xfrm>
          <a:custGeom>
            <a:avLst/>
            <a:gdLst/>
            <a:ahLst/>
            <a:cxnLst/>
            <a:rect l="l" t="t" r="r" b="b"/>
            <a:pathLst>
              <a:path w="18396" h="2764" extrusionOk="0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18" y="3268775"/>
            <a:ext cx="1038298" cy="355450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FFFFFF">
              <a:alpha val="501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10" y="1500456"/>
            <a:ext cx="1104138" cy="356858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1299972" y="1500450"/>
            <a:ext cx="490621" cy="356872"/>
          </a:xfrm>
          <a:custGeom>
            <a:avLst/>
            <a:gdLst/>
            <a:ahLst/>
            <a:cxnLst/>
            <a:rect l="l" t="t" r="r" b="b"/>
            <a:pathLst>
              <a:path w="18396" h="2775" extrusionOk="0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"/>
          <p:cNvSpPr/>
          <p:nvPr/>
        </p:nvSpPr>
        <p:spPr>
          <a:xfrm>
            <a:off x="0" y="3268775"/>
            <a:ext cx="667651" cy="355450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7960123" y="323033"/>
            <a:ext cx="1183740" cy="355315"/>
          </a:xfrm>
          <a:custGeom>
            <a:avLst/>
            <a:gdLst/>
            <a:ahLst/>
            <a:cxnLst/>
            <a:rect l="l" t="t" r="r" b="b"/>
            <a:pathLst>
              <a:path w="9205" h="2763" extrusionOk="0">
                <a:moveTo>
                  <a:pt x="1" y="0"/>
                </a:moveTo>
                <a:lnTo>
                  <a:pt x="1" y="2762"/>
                </a:lnTo>
                <a:lnTo>
                  <a:pt x="9204" y="2762"/>
                </a:lnTo>
                <a:lnTo>
                  <a:pt x="920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4"/>
          <p:cNvSpPr/>
          <p:nvPr/>
        </p:nvSpPr>
        <p:spPr>
          <a:xfrm>
            <a:off x="7173125" y="912516"/>
            <a:ext cx="1970757" cy="355315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0"/>
                </a:moveTo>
                <a:lnTo>
                  <a:pt x="1" y="2762"/>
                </a:lnTo>
                <a:lnTo>
                  <a:pt x="15324" y="2762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7173125" y="2089940"/>
            <a:ext cx="1970757" cy="356858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4"/>
          <p:cNvSpPr/>
          <p:nvPr/>
        </p:nvSpPr>
        <p:spPr>
          <a:xfrm>
            <a:off x="0" y="2089940"/>
            <a:ext cx="552969" cy="356858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8773245" y="1500456"/>
            <a:ext cx="370618" cy="356858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4"/>
          <p:cNvSpPr/>
          <p:nvPr/>
        </p:nvSpPr>
        <p:spPr>
          <a:xfrm>
            <a:off x="8039723" y="3268778"/>
            <a:ext cx="1104138" cy="355443"/>
          </a:xfrm>
          <a:custGeom>
            <a:avLst/>
            <a:gdLst/>
            <a:ahLst/>
            <a:cxnLst/>
            <a:rect l="l" t="t" r="r" b="b"/>
            <a:pathLst>
              <a:path w="8586" h="2764" extrusionOk="0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7555951" y="3858262"/>
            <a:ext cx="1587922" cy="355315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4"/>
          <p:cNvSpPr/>
          <p:nvPr/>
        </p:nvSpPr>
        <p:spPr>
          <a:xfrm>
            <a:off x="0" y="4446202"/>
            <a:ext cx="1183740" cy="356858"/>
          </a:xfrm>
          <a:custGeom>
            <a:avLst/>
            <a:gdLst/>
            <a:ahLst/>
            <a:cxnLst/>
            <a:rect l="l" t="t" r="r" b="b"/>
            <a:pathLst>
              <a:path w="9205" h="2775" extrusionOk="0">
                <a:moveTo>
                  <a:pt x="1" y="1"/>
                </a:moveTo>
                <a:lnTo>
                  <a:pt x="1" y="2775"/>
                </a:lnTo>
                <a:lnTo>
                  <a:pt x="9204" y="2775"/>
                </a:lnTo>
                <a:lnTo>
                  <a:pt x="9204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0" y="3858262"/>
            <a:ext cx="1970757" cy="355315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4"/>
          <p:cNvSpPr/>
          <p:nvPr/>
        </p:nvSpPr>
        <p:spPr>
          <a:xfrm>
            <a:off x="2325759" y="3858262"/>
            <a:ext cx="866747" cy="355315"/>
          </a:xfrm>
          <a:custGeom>
            <a:avLst/>
            <a:gdLst/>
            <a:ahLst/>
            <a:cxnLst/>
            <a:rect l="l" t="t" r="r" b="b"/>
            <a:pathLst>
              <a:path w="6740" h="2763" extrusionOk="0">
                <a:moveTo>
                  <a:pt x="1" y="1"/>
                </a:moveTo>
                <a:lnTo>
                  <a:pt x="1" y="2763"/>
                </a:lnTo>
                <a:lnTo>
                  <a:pt x="6739" y="2763"/>
                </a:lnTo>
                <a:lnTo>
                  <a:pt x="6739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0" y="2679300"/>
            <a:ext cx="1485912" cy="355450"/>
          </a:xfrm>
          <a:custGeom>
            <a:avLst/>
            <a:gdLst/>
            <a:ahLst/>
            <a:cxnLst/>
            <a:rect l="l" t="t" r="r" b="b"/>
            <a:pathLst>
              <a:path w="15325" h="2764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4"/>
          <p:cNvSpPr/>
          <p:nvPr/>
        </p:nvSpPr>
        <p:spPr>
          <a:xfrm>
            <a:off x="896262" y="3268778"/>
            <a:ext cx="370618" cy="35544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0" y="1500456"/>
            <a:ext cx="1104138" cy="356858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4"/>
          <p:cNvSpPr/>
          <p:nvPr/>
        </p:nvSpPr>
        <p:spPr>
          <a:xfrm>
            <a:off x="359324" y="912525"/>
            <a:ext cx="1228595" cy="355301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5395565" y="323033"/>
            <a:ext cx="2171240" cy="355315"/>
          </a:xfrm>
          <a:custGeom>
            <a:avLst/>
            <a:gdLst/>
            <a:ahLst/>
            <a:cxnLst/>
            <a:rect l="l" t="t" r="r" b="b"/>
            <a:pathLst>
              <a:path w="16884" h="2763" extrusionOk="0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4"/>
          <p:cNvSpPr/>
          <p:nvPr/>
        </p:nvSpPr>
        <p:spPr>
          <a:xfrm>
            <a:off x="5729396" y="3858262"/>
            <a:ext cx="1600139" cy="355315"/>
          </a:xfrm>
          <a:custGeom>
            <a:avLst/>
            <a:gdLst/>
            <a:ahLst/>
            <a:cxnLst/>
            <a:rect l="l" t="t" r="r" b="b"/>
            <a:pathLst>
              <a:path w="12443" h="2763" extrusionOk="0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4"/>
          <p:cNvSpPr/>
          <p:nvPr/>
        </p:nvSpPr>
        <p:spPr>
          <a:xfrm>
            <a:off x="1577072" y="4446200"/>
            <a:ext cx="3118770" cy="35685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4"/>
          <p:cNvSpPr txBox="1">
            <a:spLocks noGrp="1"/>
          </p:cNvSpPr>
          <p:nvPr>
            <p:ph type="title"/>
          </p:nvPr>
        </p:nvSpPr>
        <p:spPr>
          <a:xfrm>
            <a:off x="454800" y="2714625"/>
            <a:ext cx="8425200" cy="4479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87" name="Google Shape;87;p4"/>
          <p:cNvSpPr txBox="1">
            <a:spLocks noGrp="1"/>
          </p:cNvSpPr>
          <p:nvPr>
            <p:ph type="title" idx="2" hasCustomPrompt="1"/>
          </p:nvPr>
        </p:nvSpPr>
        <p:spPr>
          <a:xfrm>
            <a:off x="454800" y="2150850"/>
            <a:ext cx="8425200" cy="489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None/>
              <a:defRPr sz="8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2500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2500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2500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2500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2500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2500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2500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2500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 Mono"/>
              <a:buNone/>
              <a:defRPr sz="2800" b="1">
                <a:solidFill>
                  <a:schemeClr val="lt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●"/>
              <a:defRPr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9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54">
          <p15:clr>
            <a:srgbClr val="EA4335"/>
          </p15:clr>
        </p15:guide>
        <p15:guide id="2" pos="5306">
          <p15:clr>
            <a:srgbClr val="EA4335"/>
          </p15:clr>
        </p15:guide>
        <p15:guide id="3" orient="horz" pos="340">
          <p15:clr>
            <a:srgbClr val="EA4335"/>
          </p15:clr>
        </p15:guide>
        <p15:guide id="4" orient="horz" pos="2898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7"/>
          <p:cNvSpPr txBox="1">
            <a:spLocks noGrp="1"/>
          </p:cNvSpPr>
          <p:nvPr>
            <p:ph type="ctrTitle"/>
          </p:nvPr>
        </p:nvSpPr>
        <p:spPr>
          <a:xfrm>
            <a:off x="718575" y="1369045"/>
            <a:ext cx="8520600" cy="19104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/>
          <a:p>
            <a:pPr lvl="0"/>
            <a:r>
              <a:rPr lang="en-CA" sz="5400" dirty="0"/>
              <a:t>Let’s create our servers!!</a:t>
            </a:r>
            <a:endParaRPr sz="5400" dirty="0"/>
          </a:p>
        </p:txBody>
      </p:sp>
      <p:sp>
        <p:nvSpPr>
          <p:cNvPr id="335" name="Google Shape;335;p27"/>
          <p:cNvSpPr txBox="1">
            <a:spLocks noGrp="1"/>
          </p:cNvSpPr>
          <p:nvPr>
            <p:ph type="subTitle" idx="1"/>
          </p:nvPr>
        </p:nvSpPr>
        <p:spPr>
          <a:xfrm>
            <a:off x="769050" y="3396100"/>
            <a:ext cx="8520600" cy="792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/>
            <a:r>
              <a:rPr lang="en-US" dirty="0">
                <a:solidFill>
                  <a:schemeClr val="dk2"/>
                </a:solidFill>
              </a:rPr>
              <a:t>Building and Deploying a Full-Stack MERN App on Azure by Gurjot Singh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2"/>
          <p:cNvSpPr txBox="1">
            <a:spLocks noGrp="1"/>
          </p:cNvSpPr>
          <p:nvPr>
            <p:ph type="title"/>
          </p:nvPr>
        </p:nvSpPr>
        <p:spPr>
          <a:xfrm>
            <a:off x="454800" y="2714625"/>
            <a:ext cx="8425200" cy="4479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/>
          <a:p>
            <a:r>
              <a:rPr lang="en-CA" dirty="0"/>
              <a:t>Azure App Services</a:t>
            </a:r>
            <a:endParaRPr dirty="0"/>
          </a:p>
        </p:txBody>
      </p:sp>
      <p:sp>
        <p:nvSpPr>
          <p:cNvPr id="375" name="Google Shape;375;p32"/>
          <p:cNvSpPr txBox="1">
            <a:spLocks noGrp="1"/>
          </p:cNvSpPr>
          <p:nvPr>
            <p:ph type="title" idx="2"/>
          </p:nvPr>
        </p:nvSpPr>
        <p:spPr>
          <a:xfrm>
            <a:off x="454800" y="2150850"/>
            <a:ext cx="8425200" cy="489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61E9D5-D5E7-3088-68B5-763B521D87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604"/>
            <a:ext cx="9144000" cy="5022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5485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B6CCD-3A50-9925-CC07-396A6BB45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4B1897-9B8E-DFC0-6D3B-664A37DDF7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367"/>
            <a:ext cx="9144000" cy="5016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346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5307B-CD7C-AF07-649F-C1BA99EEB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512960-316C-F393-07BF-ED63B61F4D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222"/>
            <a:ext cx="9144000" cy="5027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4236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7CB39-2137-D90E-5834-D927FCBA5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ABD9D2-F8F6-87AE-15BE-899C6F3B43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544"/>
            <a:ext cx="9144000" cy="5060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2653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7F76D-6383-6293-CD23-6CA79056B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E986DD-E6B9-9F17-6880-AF48457904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664"/>
            <a:ext cx="9144000" cy="4984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3015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F4759-4D80-C052-0876-49855D0B6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3BBE9D-BDEE-D3F0-BC90-6F2FB050D2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899"/>
            <a:ext cx="9144000" cy="4993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8699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41864-4819-E273-0397-51CF6CCC4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CD01B63-A02D-AD40-15DF-FCD734AE08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0"/>
            <a:ext cx="4562231" cy="51435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9743949-2B6F-7FC1-3C26-92A75234B7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8126" y="0"/>
            <a:ext cx="485856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0889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6FC95-BA4C-709A-AD71-8EBD8BE8E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F4F1FD-903A-13E4-B5D2-01AFEDD4A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517"/>
            <a:ext cx="9144000" cy="4998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2877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C5820-29D4-9B1B-4291-EE4159D2A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25611A-0027-92F2-0186-3C240A3177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839"/>
            <a:ext cx="9144000" cy="5031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617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166FE-BD43-A3E0-C757-667CD7AB8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6ABEE4-99F7-B714-CFAC-11BBFA3C2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839"/>
            <a:ext cx="9144000" cy="5031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074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5A8AD-5ECF-0BE5-6334-122D5D9EC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CA2164-AB0D-0349-2C42-AAAA5EA74B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0134"/>
            <a:ext cx="9144000" cy="5003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5873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>
          <a:extLst>
            <a:ext uri="{FF2B5EF4-FFF2-40B4-BE49-F238E27FC236}">
              <a16:creationId xmlns:a16="http://schemas.microsoft.com/office/drawing/2014/main" id="{BA4DFC2B-AC95-B6C8-8DAA-6EFF318CD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2">
            <a:extLst>
              <a:ext uri="{FF2B5EF4-FFF2-40B4-BE49-F238E27FC236}">
                <a16:creationId xmlns:a16="http://schemas.microsoft.com/office/drawing/2014/main" id="{9F742C17-2A8F-B443-78B5-333322D047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4800" y="2714625"/>
            <a:ext cx="8425200" cy="4479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/>
          <a:p>
            <a:r>
              <a:rPr lang="en-CA" dirty="0"/>
              <a:t>Create Azure </a:t>
            </a:r>
            <a:r>
              <a:rPr lang="en-CA" dirty="0" err="1"/>
              <a:t>Devops</a:t>
            </a:r>
            <a:r>
              <a:rPr lang="en-CA" dirty="0"/>
              <a:t> Repos</a:t>
            </a:r>
            <a:endParaRPr dirty="0"/>
          </a:p>
        </p:txBody>
      </p:sp>
      <p:sp>
        <p:nvSpPr>
          <p:cNvPr id="375" name="Google Shape;375;p32">
            <a:extLst>
              <a:ext uri="{FF2B5EF4-FFF2-40B4-BE49-F238E27FC236}">
                <a16:creationId xmlns:a16="http://schemas.microsoft.com/office/drawing/2014/main" id="{81D27621-E354-450D-FEA5-83AC483C03B5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54800" y="2150850"/>
            <a:ext cx="8425200" cy="489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952069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EDF31-FDEE-B827-60A4-BB2CA7898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839235-C4D7-C959-F5E9-D35BB13BA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839"/>
            <a:ext cx="9144000" cy="5031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8184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DB83E-F57C-DCFE-1059-51A2BDB39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9D92C6-1BF7-E211-98B6-1D01463974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900"/>
            <a:ext cx="9144000" cy="5039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2334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D3DA6-C7C6-2780-B9EF-EF539CD0A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22DF03-AC58-4CA4-33D5-644584FFEC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369"/>
            <a:ext cx="9144000" cy="5012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1296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FE461-DBD8-63DF-E88B-A3CE5D658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067F56-CF92-5ED7-43B7-B2DCEF5381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062" y="0"/>
            <a:ext cx="8765876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8875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B6579-EAF4-37A4-1D16-6F6E558D9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DE2A4A-A1F7-9F6C-0301-3BFA35CA5E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812"/>
            <a:ext cx="9144000" cy="4969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0644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52"/>
          <p:cNvSpPr txBox="1">
            <a:spLocks noGrp="1"/>
          </p:cNvSpPr>
          <p:nvPr>
            <p:ph type="title"/>
          </p:nvPr>
        </p:nvSpPr>
        <p:spPr>
          <a:xfrm>
            <a:off x="2106202" y="1071509"/>
            <a:ext cx="5580258" cy="142418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 dirty="0"/>
              <a:t>THANKS!</a:t>
            </a:r>
            <a:endParaRPr sz="96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E51DE1-AAFD-2510-9589-042148B6E1D6}"/>
              </a:ext>
            </a:extLst>
          </p:cNvPr>
          <p:cNvSpPr/>
          <p:nvPr/>
        </p:nvSpPr>
        <p:spPr>
          <a:xfrm>
            <a:off x="2358188" y="2894454"/>
            <a:ext cx="4214491" cy="13612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gramming Lesson by Slidesgo">
  <a:themeElements>
    <a:clrScheme name="Simple Light">
      <a:dk1>
        <a:srgbClr val="1B1464"/>
      </a:dk1>
      <a:lt1>
        <a:srgbClr val="FFFFFF"/>
      </a:lt1>
      <a:dk2>
        <a:srgbClr val="00FFC5"/>
      </a:dk2>
      <a:lt2>
        <a:srgbClr val="EC008C"/>
      </a:lt2>
      <a:accent1>
        <a:srgbClr val="1B1464"/>
      </a:accent1>
      <a:accent2>
        <a:srgbClr val="00FFC5"/>
      </a:accent2>
      <a:accent3>
        <a:srgbClr val="EC008C"/>
      </a:accent3>
      <a:accent4>
        <a:srgbClr val="1B1464"/>
      </a:accent4>
      <a:accent5>
        <a:srgbClr val="00FFC5"/>
      </a:accent5>
      <a:accent6>
        <a:srgbClr val="EC008C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390</TotalTime>
  <Words>28</Words>
  <Application>Microsoft Office PowerPoint</Application>
  <PresentationFormat>On-screen Show (16:9)</PresentationFormat>
  <Paragraphs>7</Paragraphs>
  <Slides>20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Overpass Mono</vt:lpstr>
      <vt:lpstr>Anaheim</vt:lpstr>
      <vt:lpstr>Programming Lesson by Slidesgo</vt:lpstr>
      <vt:lpstr>Let’s create our servers!!</vt:lpstr>
      <vt:lpstr>Azure App Services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Create Azure Devops Repos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Gurjot Singh</cp:lastModifiedBy>
  <cp:revision>1</cp:revision>
  <dcterms:modified xsi:type="dcterms:W3CDTF">2026-03-20T16:47:01Z</dcterms:modified>
</cp:coreProperties>
</file>